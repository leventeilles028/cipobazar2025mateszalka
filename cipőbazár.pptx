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D96581-323A-44BD-A59C-02075A33ED0C}" v="337" dt="2026-03-03T22:11:30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7F2CE7-801C-45AC-A2A0-6B22B7F1594E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0DCD6C7-B625-40D5-8FBB-BF3111F3BA86}">
      <dgm:prSet/>
      <dgm:spPr/>
      <dgm:t>
        <a:bodyPr/>
        <a:lstStyle/>
        <a:p>
          <a:r>
            <a:rPr lang="en-US"/>
            <a:t>Egy teljes funkcionalitású webáruház létrehozása natív PHP-val (keretrendszer nélkül).</a:t>
          </a:r>
        </a:p>
      </dgm:t>
    </dgm:pt>
    <dgm:pt modelId="{25348D18-950E-4544-82F5-2F84B9E50F69}" type="parTrans" cxnId="{79A573B6-EB54-4494-83AD-5DE265AD399B}">
      <dgm:prSet/>
      <dgm:spPr/>
      <dgm:t>
        <a:bodyPr/>
        <a:lstStyle/>
        <a:p>
          <a:endParaRPr lang="en-US"/>
        </a:p>
      </dgm:t>
    </dgm:pt>
    <dgm:pt modelId="{59FD84CE-D003-485D-8559-5CCDF2BCC29E}" type="sibTrans" cxnId="{79A573B6-EB54-4494-83AD-5DE265AD399B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9E00CD05-6C1D-44E9-814E-113610C78EF0}">
      <dgm:prSet/>
      <dgm:spPr/>
      <dgm:t>
        <a:bodyPr/>
        <a:lstStyle/>
        <a:p>
          <a:r>
            <a:rPr lang="en-US"/>
            <a:t>Cél: gyakorlati tapasztalat szerzése a backend fejlesztésben, adatbázis-tervezésben, és fizetési átjáró (PayPal) integrálásában.</a:t>
          </a:r>
        </a:p>
      </dgm:t>
    </dgm:pt>
    <dgm:pt modelId="{E13620A0-387B-4C58-9F1C-A5431792094E}" type="parTrans" cxnId="{F9E342D1-53BD-476E-B3E7-AC9A89886261}">
      <dgm:prSet/>
      <dgm:spPr/>
      <dgm:t>
        <a:bodyPr/>
        <a:lstStyle/>
        <a:p>
          <a:endParaRPr lang="en-US"/>
        </a:p>
      </dgm:t>
    </dgm:pt>
    <dgm:pt modelId="{4A73682F-4F4C-4165-99E6-646D9696334C}" type="sibTrans" cxnId="{F9E342D1-53BD-476E-B3E7-AC9A89886261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36E83A28-DFCE-4FB2-A5C5-02AD808227DE}">
      <dgm:prSet/>
      <dgm:spPr/>
      <dgm:t>
        <a:bodyPr/>
        <a:lstStyle/>
        <a:p>
          <a:r>
            <a:rPr lang="en-US"/>
            <a:t>Valós felhasználói élmény biztosítása: regisztráció, termékböngészés, kosárkezelés, kommentelés.</a:t>
          </a:r>
        </a:p>
      </dgm:t>
    </dgm:pt>
    <dgm:pt modelId="{4D144FF1-3621-4553-9D58-0F087D30E8FE}" type="parTrans" cxnId="{DC84B2F8-4CBE-4C7D-B18C-F8370AADBE6F}">
      <dgm:prSet/>
      <dgm:spPr/>
      <dgm:t>
        <a:bodyPr/>
        <a:lstStyle/>
        <a:p>
          <a:endParaRPr lang="en-US"/>
        </a:p>
      </dgm:t>
    </dgm:pt>
    <dgm:pt modelId="{F8C9399E-2215-4BD1-8E64-14FEC0E2764C}" type="sibTrans" cxnId="{DC84B2F8-4CBE-4C7D-B18C-F8370AADBE6F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A546E519-9581-4786-83DE-1406C39EABA7}">
      <dgm:prSet/>
      <dgm:spPr/>
      <dgm:t>
        <a:bodyPr/>
        <a:lstStyle/>
        <a:p>
          <a:r>
            <a:rPr lang="en-US"/>
            <a:t>Adminisztrációs háttérrendszer kialakítása a teljes körű tartalomkezeléshez.</a:t>
          </a:r>
        </a:p>
      </dgm:t>
    </dgm:pt>
    <dgm:pt modelId="{99D18EE6-53FB-4579-9B73-19A006FE46C1}" type="parTrans" cxnId="{E44BA953-3EE0-4878-AB6F-E4DB89825C97}">
      <dgm:prSet/>
      <dgm:spPr/>
      <dgm:t>
        <a:bodyPr/>
        <a:lstStyle/>
        <a:p>
          <a:endParaRPr lang="en-US"/>
        </a:p>
      </dgm:t>
    </dgm:pt>
    <dgm:pt modelId="{566DD28E-2407-420D-AF31-A9BF0121A6EC}" type="sibTrans" cxnId="{E44BA953-3EE0-4878-AB6F-E4DB89825C97}">
      <dgm:prSet phldrT="4"/>
      <dgm:spPr/>
      <dgm:t>
        <a:bodyPr/>
        <a:lstStyle/>
        <a:p>
          <a:r>
            <a:rPr lang="en-US"/>
            <a:t>4</a:t>
          </a:r>
        </a:p>
      </dgm:t>
    </dgm:pt>
    <dgm:pt modelId="{3560B26A-2D92-461A-A36E-779ACD221517}" type="pres">
      <dgm:prSet presAssocID="{2E7F2CE7-801C-45AC-A2A0-6B22B7F1594E}" presName="Name0" presStyleCnt="0">
        <dgm:presLayoutVars>
          <dgm:animLvl val="lvl"/>
          <dgm:resizeHandles val="exact"/>
        </dgm:presLayoutVars>
      </dgm:prSet>
      <dgm:spPr/>
    </dgm:pt>
    <dgm:pt modelId="{DDC37B53-CD00-4288-844F-B2F7B4E5A5F5}" type="pres">
      <dgm:prSet presAssocID="{40DCD6C7-B625-40D5-8FBB-BF3111F3BA86}" presName="compositeNode" presStyleCnt="0">
        <dgm:presLayoutVars>
          <dgm:bulletEnabled val="1"/>
        </dgm:presLayoutVars>
      </dgm:prSet>
      <dgm:spPr/>
    </dgm:pt>
    <dgm:pt modelId="{224C217C-019D-4A6E-8F79-63B7D2C82181}" type="pres">
      <dgm:prSet presAssocID="{40DCD6C7-B625-40D5-8FBB-BF3111F3BA86}" presName="bgRect" presStyleLbl="bgAccFollowNode1" presStyleIdx="0" presStyleCnt="4"/>
      <dgm:spPr/>
    </dgm:pt>
    <dgm:pt modelId="{0E6FAEA4-865C-4F5E-AB66-CBB5A467F076}" type="pres">
      <dgm:prSet presAssocID="{59FD84CE-D003-485D-8559-5CCDF2BCC29E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A5500D0C-9340-4847-A33B-7C9671D1330D}" type="pres">
      <dgm:prSet presAssocID="{40DCD6C7-B625-40D5-8FBB-BF3111F3BA86}" presName="bottomLine" presStyleLbl="alignNode1" presStyleIdx="1" presStyleCnt="8">
        <dgm:presLayoutVars/>
      </dgm:prSet>
      <dgm:spPr/>
    </dgm:pt>
    <dgm:pt modelId="{90371BA5-CA8D-4402-B805-EF038C25E76F}" type="pres">
      <dgm:prSet presAssocID="{40DCD6C7-B625-40D5-8FBB-BF3111F3BA86}" presName="nodeText" presStyleLbl="bgAccFollowNode1" presStyleIdx="0" presStyleCnt="4">
        <dgm:presLayoutVars>
          <dgm:bulletEnabled val="1"/>
        </dgm:presLayoutVars>
      </dgm:prSet>
      <dgm:spPr/>
    </dgm:pt>
    <dgm:pt modelId="{ADAD3C52-02B8-4025-A0E6-FDB0A58C2F55}" type="pres">
      <dgm:prSet presAssocID="{59FD84CE-D003-485D-8559-5CCDF2BCC29E}" presName="sibTrans" presStyleCnt="0"/>
      <dgm:spPr/>
    </dgm:pt>
    <dgm:pt modelId="{5BCAA7D3-D5DC-44C8-9873-BA731BB71B80}" type="pres">
      <dgm:prSet presAssocID="{9E00CD05-6C1D-44E9-814E-113610C78EF0}" presName="compositeNode" presStyleCnt="0">
        <dgm:presLayoutVars>
          <dgm:bulletEnabled val="1"/>
        </dgm:presLayoutVars>
      </dgm:prSet>
      <dgm:spPr/>
    </dgm:pt>
    <dgm:pt modelId="{37E6D754-EB87-4EE6-A613-77B7400E04CC}" type="pres">
      <dgm:prSet presAssocID="{9E00CD05-6C1D-44E9-814E-113610C78EF0}" presName="bgRect" presStyleLbl="bgAccFollowNode1" presStyleIdx="1" presStyleCnt="4"/>
      <dgm:spPr/>
    </dgm:pt>
    <dgm:pt modelId="{16ABEFB3-8904-492A-8D4E-787BA70DCE8D}" type="pres">
      <dgm:prSet presAssocID="{4A73682F-4F4C-4165-99E6-646D9696334C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98F46B6C-8D05-4F84-95CC-B14CD2447AFF}" type="pres">
      <dgm:prSet presAssocID="{9E00CD05-6C1D-44E9-814E-113610C78EF0}" presName="bottomLine" presStyleLbl="alignNode1" presStyleIdx="3" presStyleCnt="8">
        <dgm:presLayoutVars/>
      </dgm:prSet>
      <dgm:spPr/>
    </dgm:pt>
    <dgm:pt modelId="{59AA8955-0BEC-4E90-824C-B89140E90135}" type="pres">
      <dgm:prSet presAssocID="{9E00CD05-6C1D-44E9-814E-113610C78EF0}" presName="nodeText" presStyleLbl="bgAccFollowNode1" presStyleIdx="1" presStyleCnt="4">
        <dgm:presLayoutVars>
          <dgm:bulletEnabled val="1"/>
        </dgm:presLayoutVars>
      </dgm:prSet>
      <dgm:spPr/>
    </dgm:pt>
    <dgm:pt modelId="{09182ADC-8A0D-49FB-8379-A5DC17652343}" type="pres">
      <dgm:prSet presAssocID="{4A73682F-4F4C-4165-99E6-646D9696334C}" presName="sibTrans" presStyleCnt="0"/>
      <dgm:spPr/>
    </dgm:pt>
    <dgm:pt modelId="{0CCA2DF5-B661-4EE9-9AF1-40FDDB49D73D}" type="pres">
      <dgm:prSet presAssocID="{36E83A28-DFCE-4FB2-A5C5-02AD808227DE}" presName="compositeNode" presStyleCnt="0">
        <dgm:presLayoutVars>
          <dgm:bulletEnabled val="1"/>
        </dgm:presLayoutVars>
      </dgm:prSet>
      <dgm:spPr/>
    </dgm:pt>
    <dgm:pt modelId="{F88809C0-C084-427B-96E2-6725631E336D}" type="pres">
      <dgm:prSet presAssocID="{36E83A28-DFCE-4FB2-A5C5-02AD808227DE}" presName="bgRect" presStyleLbl="bgAccFollowNode1" presStyleIdx="2" presStyleCnt="4"/>
      <dgm:spPr/>
    </dgm:pt>
    <dgm:pt modelId="{CCD7C7F7-55E6-4565-8D7E-C1B22C23D0BC}" type="pres">
      <dgm:prSet presAssocID="{F8C9399E-2215-4BD1-8E64-14FEC0E2764C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3698F44C-D13F-4424-9273-61E485944C52}" type="pres">
      <dgm:prSet presAssocID="{36E83A28-DFCE-4FB2-A5C5-02AD808227DE}" presName="bottomLine" presStyleLbl="alignNode1" presStyleIdx="5" presStyleCnt="8">
        <dgm:presLayoutVars/>
      </dgm:prSet>
      <dgm:spPr/>
    </dgm:pt>
    <dgm:pt modelId="{EC37AEB0-3CC3-4CD5-AFC7-4DE47109AE86}" type="pres">
      <dgm:prSet presAssocID="{36E83A28-DFCE-4FB2-A5C5-02AD808227DE}" presName="nodeText" presStyleLbl="bgAccFollowNode1" presStyleIdx="2" presStyleCnt="4">
        <dgm:presLayoutVars>
          <dgm:bulletEnabled val="1"/>
        </dgm:presLayoutVars>
      </dgm:prSet>
      <dgm:spPr/>
    </dgm:pt>
    <dgm:pt modelId="{C1276894-BFB9-4833-8124-53EF9F0A27E7}" type="pres">
      <dgm:prSet presAssocID="{F8C9399E-2215-4BD1-8E64-14FEC0E2764C}" presName="sibTrans" presStyleCnt="0"/>
      <dgm:spPr/>
    </dgm:pt>
    <dgm:pt modelId="{895D26DF-0F4C-4A6B-A2E9-18A059D3886D}" type="pres">
      <dgm:prSet presAssocID="{A546E519-9581-4786-83DE-1406C39EABA7}" presName="compositeNode" presStyleCnt="0">
        <dgm:presLayoutVars>
          <dgm:bulletEnabled val="1"/>
        </dgm:presLayoutVars>
      </dgm:prSet>
      <dgm:spPr/>
    </dgm:pt>
    <dgm:pt modelId="{E14B48E4-477B-4F03-8CC0-05AB381A6D3A}" type="pres">
      <dgm:prSet presAssocID="{A546E519-9581-4786-83DE-1406C39EABA7}" presName="bgRect" presStyleLbl="bgAccFollowNode1" presStyleIdx="3" presStyleCnt="4"/>
      <dgm:spPr/>
    </dgm:pt>
    <dgm:pt modelId="{657016E6-3F33-4A77-A1FF-2DD88436916A}" type="pres">
      <dgm:prSet presAssocID="{566DD28E-2407-420D-AF31-A9BF0121A6EC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B2850D30-1C88-488F-B0F3-29B0895EEA85}" type="pres">
      <dgm:prSet presAssocID="{A546E519-9581-4786-83DE-1406C39EABA7}" presName="bottomLine" presStyleLbl="alignNode1" presStyleIdx="7" presStyleCnt="8">
        <dgm:presLayoutVars/>
      </dgm:prSet>
      <dgm:spPr/>
    </dgm:pt>
    <dgm:pt modelId="{86500C4E-EC62-4B70-AF39-6DA15E006DC6}" type="pres">
      <dgm:prSet presAssocID="{A546E519-9581-4786-83DE-1406C39EABA7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3BEC121C-7AB0-497B-ACB7-5E06033A0E3C}" type="presOf" srcId="{A546E519-9581-4786-83DE-1406C39EABA7}" destId="{E14B48E4-477B-4F03-8CC0-05AB381A6D3A}" srcOrd="0" destOrd="0" presId="urn:microsoft.com/office/officeart/2016/7/layout/BasicLinearProcessNumbered"/>
    <dgm:cxn modelId="{BD61E520-D0C4-48F0-BDEB-5A1C667829F7}" type="presOf" srcId="{36E83A28-DFCE-4FB2-A5C5-02AD808227DE}" destId="{F88809C0-C084-427B-96E2-6725631E336D}" srcOrd="0" destOrd="0" presId="urn:microsoft.com/office/officeart/2016/7/layout/BasicLinearProcessNumbered"/>
    <dgm:cxn modelId="{F0954B67-BA2B-4C2E-83DC-2E5B25A0BF47}" type="presOf" srcId="{40DCD6C7-B625-40D5-8FBB-BF3111F3BA86}" destId="{90371BA5-CA8D-4402-B805-EF038C25E76F}" srcOrd="1" destOrd="0" presId="urn:microsoft.com/office/officeart/2016/7/layout/BasicLinearProcessNumbered"/>
    <dgm:cxn modelId="{E44BA953-3EE0-4878-AB6F-E4DB89825C97}" srcId="{2E7F2CE7-801C-45AC-A2A0-6B22B7F1594E}" destId="{A546E519-9581-4786-83DE-1406C39EABA7}" srcOrd="3" destOrd="0" parTransId="{99D18EE6-53FB-4579-9B73-19A006FE46C1}" sibTransId="{566DD28E-2407-420D-AF31-A9BF0121A6EC}"/>
    <dgm:cxn modelId="{BEC9DB7E-1DD3-43B1-8B0E-84315A0C2A28}" type="presOf" srcId="{9E00CD05-6C1D-44E9-814E-113610C78EF0}" destId="{37E6D754-EB87-4EE6-A613-77B7400E04CC}" srcOrd="0" destOrd="0" presId="urn:microsoft.com/office/officeart/2016/7/layout/BasicLinearProcessNumbered"/>
    <dgm:cxn modelId="{4D677A84-793D-46A3-B46E-643F8C82ED0D}" type="presOf" srcId="{36E83A28-DFCE-4FB2-A5C5-02AD808227DE}" destId="{EC37AEB0-3CC3-4CD5-AFC7-4DE47109AE86}" srcOrd="1" destOrd="0" presId="urn:microsoft.com/office/officeart/2016/7/layout/BasicLinearProcessNumbered"/>
    <dgm:cxn modelId="{4E99ED8C-5FD1-485F-869F-F3D9B582CC9F}" type="presOf" srcId="{F8C9399E-2215-4BD1-8E64-14FEC0E2764C}" destId="{CCD7C7F7-55E6-4565-8D7E-C1B22C23D0BC}" srcOrd="0" destOrd="0" presId="urn:microsoft.com/office/officeart/2016/7/layout/BasicLinearProcessNumbered"/>
    <dgm:cxn modelId="{48201795-C018-4078-ACEB-5439FBC41DAF}" type="presOf" srcId="{9E00CD05-6C1D-44E9-814E-113610C78EF0}" destId="{59AA8955-0BEC-4E90-824C-B89140E90135}" srcOrd="1" destOrd="0" presId="urn:microsoft.com/office/officeart/2016/7/layout/BasicLinearProcessNumbered"/>
    <dgm:cxn modelId="{F6E66498-77FC-43DB-92CA-31D4AE6B6832}" type="presOf" srcId="{566DD28E-2407-420D-AF31-A9BF0121A6EC}" destId="{657016E6-3F33-4A77-A1FF-2DD88436916A}" srcOrd="0" destOrd="0" presId="urn:microsoft.com/office/officeart/2016/7/layout/BasicLinearProcessNumbered"/>
    <dgm:cxn modelId="{50F5B898-7E51-4AB4-8456-035B962E31FD}" type="presOf" srcId="{59FD84CE-D003-485D-8559-5CCDF2BCC29E}" destId="{0E6FAEA4-865C-4F5E-AB66-CBB5A467F076}" srcOrd="0" destOrd="0" presId="urn:microsoft.com/office/officeart/2016/7/layout/BasicLinearProcessNumbered"/>
    <dgm:cxn modelId="{95B7EEA2-4B6D-4FDC-B19E-2C43A2A7FBA9}" type="presOf" srcId="{40DCD6C7-B625-40D5-8FBB-BF3111F3BA86}" destId="{224C217C-019D-4A6E-8F79-63B7D2C82181}" srcOrd="0" destOrd="0" presId="urn:microsoft.com/office/officeart/2016/7/layout/BasicLinearProcessNumbered"/>
    <dgm:cxn modelId="{A9FD48A3-FF60-4231-AD51-CD78F8F218AF}" type="presOf" srcId="{2E7F2CE7-801C-45AC-A2A0-6B22B7F1594E}" destId="{3560B26A-2D92-461A-A36E-779ACD221517}" srcOrd="0" destOrd="0" presId="urn:microsoft.com/office/officeart/2016/7/layout/BasicLinearProcessNumbered"/>
    <dgm:cxn modelId="{B337C3B0-35A1-4582-BD94-E5E48020E579}" type="presOf" srcId="{4A73682F-4F4C-4165-99E6-646D9696334C}" destId="{16ABEFB3-8904-492A-8D4E-787BA70DCE8D}" srcOrd="0" destOrd="0" presId="urn:microsoft.com/office/officeart/2016/7/layout/BasicLinearProcessNumbered"/>
    <dgm:cxn modelId="{79A573B6-EB54-4494-83AD-5DE265AD399B}" srcId="{2E7F2CE7-801C-45AC-A2A0-6B22B7F1594E}" destId="{40DCD6C7-B625-40D5-8FBB-BF3111F3BA86}" srcOrd="0" destOrd="0" parTransId="{25348D18-950E-4544-82F5-2F84B9E50F69}" sibTransId="{59FD84CE-D003-485D-8559-5CCDF2BCC29E}"/>
    <dgm:cxn modelId="{871C4BBD-5EAE-4826-9CD8-17D4F5573BED}" type="presOf" srcId="{A546E519-9581-4786-83DE-1406C39EABA7}" destId="{86500C4E-EC62-4B70-AF39-6DA15E006DC6}" srcOrd="1" destOrd="0" presId="urn:microsoft.com/office/officeart/2016/7/layout/BasicLinearProcessNumbered"/>
    <dgm:cxn modelId="{F9E342D1-53BD-476E-B3E7-AC9A89886261}" srcId="{2E7F2CE7-801C-45AC-A2A0-6B22B7F1594E}" destId="{9E00CD05-6C1D-44E9-814E-113610C78EF0}" srcOrd="1" destOrd="0" parTransId="{E13620A0-387B-4C58-9F1C-A5431792094E}" sibTransId="{4A73682F-4F4C-4165-99E6-646D9696334C}"/>
    <dgm:cxn modelId="{DC84B2F8-4CBE-4C7D-B18C-F8370AADBE6F}" srcId="{2E7F2CE7-801C-45AC-A2A0-6B22B7F1594E}" destId="{36E83A28-DFCE-4FB2-A5C5-02AD808227DE}" srcOrd="2" destOrd="0" parTransId="{4D144FF1-3621-4553-9D58-0F087D30E8FE}" sibTransId="{F8C9399E-2215-4BD1-8E64-14FEC0E2764C}"/>
    <dgm:cxn modelId="{AC4E0627-246E-487E-B6DF-D3B948114A2A}" type="presParOf" srcId="{3560B26A-2D92-461A-A36E-779ACD221517}" destId="{DDC37B53-CD00-4288-844F-B2F7B4E5A5F5}" srcOrd="0" destOrd="0" presId="urn:microsoft.com/office/officeart/2016/7/layout/BasicLinearProcessNumbered"/>
    <dgm:cxn modelId="{D139987B-831B-478F-85B0-44D68873A7FA}" type="presParOf" srcId="{DDC37B53-CD00-4288-844F-B2F7B4E5A5F5}" destId="{224C217C-019D-4A6E-8F79-63B7D2C82181}" srcOrd="0" destOrd="0" presId="urn:microsoft.com/office/officeart/2016/7/layout/BasicLinearProcessNumbered"/>
    <dgm:cxn modelId="{1FA73A3D-98FB-4B45-A6A8-AF034A0A917A}" type="presParOf" srcId="{DDC37B53-CD00-4288-844F-B2F7B4E5A5F5}" destId="{0E6FAEA4-865C-4F5E-AB66-CBB5A467F076}" srcOrd="1" destOrd="0" presId="urn:microsoft.com/office/officeart/2016/7/layout/BasicLinearProcessNumbered"/>
    <dgm:cxn modelId="{ADD56A4C-5A8F-4918-BBDE-22576A72D0C8}" type="presParOf" srcId="{DDC37B53-CD00-4288-844F-B2F7B4E5A5F5}" destId="{A5500D0C-9340-4847-A33B-7C9671D1330D}" srcOrd="2" destOrd="0" presId="urn:microsoft.com/office/officeart/2016/7/layout/BasicLinearProcessNumbered"/>
    <dgm:cxn modelId="{24727ACF-56A8-4329-A230-F8ED034A98A6}" type="presParOf" srcId="{DDC37B53-CD00-4288-844F-B2F7B4E5A5F5}" destId="{90371BA5-CA8D-4402-B805-EF038C25E76F}" srcOrd="3" destOrd="0" presId="urn:microsoft.com/office/officeart/2016/7/layout/BasicLinearProcessNumbered"/>
    <dgm:cxn modelId="{C5665BD9-F6F3-4F47-B773-6E263D39BBE7}" type="presParOf" srcId="{3560B26A-2D92-461A-A36E-779ACD221517}" destId="{ADAD3C52-02B8-4025-A0E6-FDB0A58C2F55}" srcOrd="1" destOrd="0" presId="urn:microsoft.com/office/officeart/2016/7/layout/BasicLinearProcessNumbered"/>
    <dgm:cxn modelId="{B45255A1-5921-4780-AD77-A25A001B182B}" type="presParOf" srcId="{3560B26A-2D92-461A-A36E-779ACD221517}" destId="{5BCAA7D3-D5DC-44C8-9873-BA731BB71B80}" srcOrd="2" destOrd="0" presId="urn:microsoft.com/office/officeart/2016/7/layout/BasicLinearProcessNumbered"/>
    <dgm:cxn modelId="{A23DA164-4938-4B96-8E2B-4CF3CA1E11CB}" type="presParOf" srcId="{5BCAA7D3-D5DC-44C8-9873-BA731BB71B80}" destId="{37E6D754-EB87-4EE6-A613-77B7400E04CC}" srcOrd="0" destOrd="0" presId="urn:microsoft.com/office/officeart/2016/7/layout/BasicLinearProcessNumbered"/>
    <dgm:cxn modelId="{4152D8FC-0A59-4746-9C79-363458E5F4C6}" type="presParOf" srcId="{5BCAA7D3-D5DC-44C8-9873-BA731BB71B80}" destId="{16ABEFB3-8904-492A-8D4E-787BA70DCE8D}" srcOrd="1" destOrd="0" presId="urn:microsoft.com/office/officeart/2016/7/layout/BasicLinearProcessNumbered"/>
    <dgm:cxn modelId="{05C7FBEB-F21C-47B6-9F0F-AA533D515449}" type="presParOf" srcId="{5BCAA7D3-D5DC-44C8-9873-BA731BB71B80}" destId="{98F46B6C-8D05-4F84-95CC-B14CD2447AFF}" srcOrd="2" destOrd="0" presId="urn:microsoft.com/office/officeart/2016/7/layout/BasicLinearProcessNumbered"/>
    <dgm:cxn modelId="{26F8FBB7-EF6D-4ADA-AA46-5921D7652593}" type="presParOf" srcId="{5BCAA7D3-D5DC-44C8-9873-BA731BB71B80}" destId="{59AA8955-0BEC-4E90-824C-B89140E90135}" srcOrd="3" destOrd="0" presId="urn:microsoft.com/office/officeart/2016/7/layout/BasicLinearProcessNumbered"/>
    <dgm:cxn modelId="{13A20139-E188-415E-88CE-7A7307F7A3E8}" type="presParOf" srcId="{3560B26A-2D92-461A-A36E-779ACD221517}" destId="{09182ADC-8A0D-49FB-8379-A5DC17652343}" srcOrd="3" destOrd="0" presId="urn:microsoft.com/office/officeart/2016/7/layout/BasicLinearProcessNumbered"/>
    <dgm:cxn modelId="{14AAA389-F13F-44B0-9517-6E6E605F43AD}" type="presParOf" srcId="{3560B26A-2D92-461A-A36E-779ACD221517}" destId="{0CCA2DF5-B661-4EE9-9AF1-40FDDB49D73D}" srcOrd="4" destOrd="0" presId="urn:microsoft.com/office/officeart/2016/7/layout/BasicLinearProcessNumbered"/>
    <dgm:cxn modelId="{1753996C-DBE6-45DA-BD5D-F23A442A76AF}" type="presParOf" srcId="{0CCA2DF5-B661-4EE9-9AF1-40FDDB49D73D}" destId="{F88809C0-C084-427B-96E2-6725631E336D}" srcOrd="0" destOrd="0" presId="urn:microsoft.com/office/officeart/2016/7/layout/BasicLinearProcessNumbered"/>
    <dgm:cxn modelId="{8A6625DB-4953-44DA-9916-1B8117D982FD}" type="presParOf" srcId="{0CCA2DF5-B661-4EE9-9AF1-40FDDB49D73D}" destId="{CCD7C7F7-55E6-4565-8D7E-C1B22C23D0BC}" srcOrd="1" destOrd="0" presId="urn:microsoft.com/office/officeart/2016/7/layout/BasicLinearProcessNumbered"/>
    <dgm:cxn modelId="{CAE43B05-E70B-4C40-83B6-78D582EF6BD6}" type="presParOf" srcId="{0CCA2DF5-B661-4EE9-9AF1-40FDDB49D73D}" destId="{3698F44C-D13F-4424-9273-61E485944C52}" srcOrd="2" destOrd="0" presId="urn:microsoft.com/office/officeart/2016/7/layout/BasicLinearProcessNumbered"/>
    <dgm:cxn modelId="{4CB98EF6-F7D9-46BE-9391-199D4521A422}" type="presParOf" srcId="{0CCA2DF5-B661-4EE9-9AF1-40FDDB49D73D}" destId="{EC37AEB0-3CC3-4CD5-AFC7-4DE47109AE86}" srcOrd="3" destOrd="0" presId="urn:microsoft.com/office/officeart/2016/7/layout/BasicLinearProcessNumbered"/>
    <dgm:cxn modelId="{5B386D14-0ACC-42E8-90D3-D98D33588263}" type="presParOf" srcId="{3560B26A-2D92-461A-A36E-779ACD221517}" destId="{C1276894-BFB9-4833-8124-53EF9F0A27E7}" srcOrd="5" destOrd="0" presId="urn:microsoft.com/office/officeart/2016/7/layout/BasicLinearProcessNumbered"/>
    <dgm:cxn modelId="{2BD11FCF-1881-41A9-8A89-D7FCFAE404DD}" type="presParOf" srcId="{3560B26A-2D92-461A-A36E-779ACD221517}" destId="{895D26DF-0F4C-4A6B-A2E9-18A059D3886D}" srcOrd="6" destOrd="0" presId="urn:microsoft.com/office/officeart/2016/7/layout/BasicLinearProcessNumbered"/>
    <dgm:cxn modelId="{EA7A4F20-CFFD-4991-94DE-778B92A0A9F5}" type="presParOf" srcId="{895D26DF-0F4C-4A6B-A2E9-18A059D3886D}" destId="{E14B48E4-477B-4F03-8CC0-05AB381A6D3A}" srcOrd="0" destOrd="0" presId="urn:microsoft.com/office/officeart/2016/7/layout/BasicLinearProcessNumbered"/>
    <dgm:cxn modelId="{CF34F0B7-FF6E-4B33-8CD6-9E0090E40457}" type="presParOf" srcId="{895D26DF-0F4C-4A6B-A2E9-18A059D3886D}" destId="{657016E6-3F33-4A77-A1FF-2DD88436916A}" srcOrd="1" destOrd="0" presId="urn:microsoft.com/office/officeart/2016/7/layout/BasicLinearProcessNumbered"/>
    <dgm:cxn modelId="{E5519054-B8CC-4F9E-85FB-F6D946FEF8E7}" type="presParOf" srcId="{895D26DF-0F4C-4A6B-A2E9-18A059D3886D}" destId="{B2850D30-1C88-488F-B0F3-29B0895EEA85}" srcOrd="2" destOrd="0" presId="urn:microsoft.com/office/officeart/2016/7/layout/BasicLinearProcessNumbered"/>
    <dgm:cxn modelId="{3827A4E1-60D9-4C3F-AEF9-19FD2D23040B}" type="presParOf" srcId="{895D26DF-0F4C-4A6B-A2E9-18A059D3886D}" destId="{86500C4E-EC62-4B70-AF39-6DA15E006DC6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61A8AF-3AFB-422D-97AF-2A63D6A11ADC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6AE679A-1464-47BD-B50C-9697B1E7D763}">
      <dgm:prSet/>
      <dgm:spPr/>
      <dgm:t>
        <a:bodyPr/>
        <a:lstStyle/>
        <a:p>
          <a:r>
            <a:rPr lang="en-US"/>
            <a:t>Kliens (Böngésző) → Webszerver (Apache) → PHP alkalmazás → Adatbázis (MySQL)</a:t>
          </a:r>
        </a:p>
      </dgm:t>
    </dgm:pt>
    <dgm:pt modelId="{C3A7ED17-CF88-4E19-AC43-E937063C0068}" type="parTrans" cxnId="{9E0DBEB0-1EB8-4E1F-9879-0DD999129910}">
      <dgm:prSet/>
      <dgm:spPr/>
      <dgm:t>
        <a:bodyPr/>
        <a:lstStyle/>
        <a:p>
          <a:endParaRPr lang="en-US"/>
        </a:p>
      </dgm:t>
    </dgm:pt>
    <dgm:pt modelId="{84C4E479-0D82-4DA7-9EB2-C3B4DCC72393}" type="sibTrans" cxnId="{9E0DBEB0-1EB8-4E1F-9879-0DD999129910}">
      <dgm:prSet/>
      <dgm:spPr/>
      <dgm:t>
        <a:bodyPr/>
        <a:lstStyle/>
        <a:p>
          <a:endParaRPr lang="en-US"/>
        </a:p>
      </dgm:t>
    </dgm:pt>
    <dgm:pt modelId="{49D752DC-F197-49DF-A922-0B1F8EC71F08}">
      <dgm:prSet/>
      <dgm:spPr/>
      <dgm:t>
        <a:bodyPr/>
        <a:lstStyle/>
        <a:p>
          <a:r>
            <a:rPr lang="en-US"/>
            <a:t>A kliens HTTP kéréseket küld a szervernek.</a:t>
          </a:r>
        </a:p>
      </dgm:t>
    </dgm:pt>
    <dgm:pt modelId="{DF254BFE-2AD0-4E4B-92C2-9304DF32EAC7}" type="parTrans" cxnId="{7BE412A8-DB69-435B-96A1-0F2CC317CA05}">
      <dgm:prSet/>
      <dgm:spPr/>
      <dgm:t>
        <a:bodyPr/>
        <a:lstStyle/>
        <a:p>
          <a:endParaRPr lang="en-US"/>
        </a:p>
      </dgm:t>
    </dgm:pt>
    <dgm:pt modelId="{381E3AEF-5159-4821-907F-0D30F59CE908}" type="sibTrans" cxnId="{7BE412A8-DB69-435B-96A1-0F2CC317CA05}">
      <dgm:prSet/>
      <dgm:spPr/>
      <dgm:t>
        <a:bodyPr/>
        <a:lstStyle/>
        <a:p>
          <a:endParaRPr lang="en-US"/>
        </a:p>
      </dgm:t>
    </dgm:pt>
    <dgm:pt modelId="{21A8B9BC-E1F7-4ACA-979F-E0605081BAFF}">
      <dgm:prSet/>
      <dgm:spPr/>
      <dgm:t>
        <a:bodyPr/>
        <a:lstStyle/>
        <a:p>
          <a:r>
            <a:rPr lang="en-US"/>
            <a:t>A PHP feldolgozza a kérést, szükség esetén adatbázisból olvas/ír.</a:t>
          </a:r>
        </a:p>
      </dgm:t>
    </dgm:pt>
    <dgm:pt modelId="{20EFDDC6-713F-44E2-95FD-91FD80C6507B}" type="parTrans" cxnId="{886CC13E-3161-4E9F-B5C5-DBDFCB041EEE}">
      <dgm:prSet/>
      <dgm:spPr/>
      <dgm:t>
        <a:bodyPr/>
        <a:lstStyle/>
        <a:p>
          <a:endParaRPr lang="en-US"/>
        </a:p>
      </dgm:t>
    </dgm:pt>
    <dgm:pt modelId="{1A668D77-D191-4CDA-9870-CBEE2603916E}" type="sibTrans" cxnId="{886CC13E-3161-4E9F-B5C5-DBDFCB041EEE}">
      <dgm:prSet/>
      <dgm:spPr/>
      <dgm:t>
        <a:bodyPr/>
        <a:lstStyle/>
        <a:p>
          <a:endParaRPr lang="en-US"/>
        </a:p>
      </dgm:t>
    </dgm:pt>
    <dgm:pt modelId="{C9966AA0-DD32-43DD-B666-A72D2E90FE37}">
      <dgm:prSet/>
      <dgm:spPr/>
      <dgm:t>
        <a:bodyPr/>
        <a:lstStyle/>
        <a:p>
          <a:r>
            <a:rPr lang="en-US"/>
            <a:t>A válasz (általában HTML) visszaküldésre kerül a böngészőnek.</a:t>
          </a:r>
        </a:p>
      </dgm:t>
    </dgm:pt>
    <dgm:pt modelId="{EDA407FE-8DCB-4C2E-9F63-44CB3C9FA9C3}" type="parTrans" cxnId="{4131FBE1-554F-4E1A-AC6B-1CE3802CED97}">
      <dgm:prSet/>
      <dgm:spPr/>
      <dgm:t>
        <a:bodyPr/>
        <a:lstStyle/>
        <a:p>
          <a:endParaRPr lang="en-US"/>
        </a:p>
      </dgm:t>
    </dgm:pt>
    <dgm:pt modelId="{A6F1E51B-19EB-47EC-8346-54445F97D9B0}" type="sibTrans" cxnId="{4131FBE1-554F-4E1A-AC6B-1CE3802CED97}">
      <dgm:prSet/>
      <dgm:spPr/>
      <dgm:t>
        <a:bodyPr/>
        <a:lstStyle/>
        <a:p>
          <a:endParaRPr lang="en-US"/>
        </a:p>
      </dgm:t>
    </dgm:pt>
    <dgm:pt modelId="{54728C2C-92E6-4369-B495-8BC5464C98B6}">
      <dgm:prSet/>
      <dgm:spPr/>
      <dgm:t>
        <a:bodyPr/>
        <a:lstStyle/>
        <a:p>
          <a:r>
            <a:rPr lang="en-US"/>
            <a:t>AJAX esetén a kommunikáció aszinkron, JSON adatokkal.</a:t>
          </a:r>
        </a:p>
      </dgm:t>
    </dgm:pt>
    <dgm:pt modelId="{139B7A7D-9BAB-47D3-B97C-C1B29AE36EEE}" type="parTrans" cxnId="{54B8FE19-ABFD-4E36-893B-FBE4464553D6}">
      <dgm:prSet/>
      <dgm:spPr/>
      <dgm:t>
        <a:bodyPr/>
        <a:lstStyle/>
        <a:p>
          <a:endParaRPr lang="en-US"/>
        </a:p>
      </dgm:t>
    </dgm:pt>
    <dgm:pt modelId="{A363E332-26C7-4AB2-8BDA-603F84591F00}" type="sibTrans" cxnId="{54B8FE19-ABFD-4E36-893B-FBE4464553D6}">
      <dgm:prSet/>
      <dgm:spPr/>
      <dgm:t>
        <a:bodyPr/>
        <a:lstStyle/>
        <a:p>
          <a:endParaRPr lang="en-US"/>
        </a:p>
      </dgm:t>
    </dgm:pt>
    <dgm:pt modelId="{4E315FCA-930C-4033-937D-8243125B898F}" type="pres">
      <dgm:prSet presAssocID="{4961A8AF-3AFB-422D-97AF-2A63D6A11ADC}" presName="Name0" presStyleCnt="0">
        <dgm:presLayoutVars>
          <dgm:dir/>
          <dgm:animLvl val="lvl"/>
          <dgm:resizeHandles val="exact"/>
        </dgm:presLayoutVars>
      </dgm:prSet>
      <dgm:spPr/>
    </dgm:pt>
    <dgm:pt modelId="{8273E93F-5785-4EEC-9093-11A50FAE3906}" type="pres">
      <dgm:prSet presAssocID="{76AE679A-1464-47BD-B50C-9697B1E7D763}" presName="linNode" presStyleCnt="0"/>
      <dgm:spPr/>
    </dgm:pt>
    <dgm:pt modelId="{30F453AD-CA03-4348-84BE-91523B1AFD9C}" type="pres">
      <dgm:prSet presAssocID="{76AE679A-1464-47BD-B50C-9697B1E7D763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836FA6AE-2BAB-4901-A50C-9D1FFF6BFC13}" type="pres">
      <dgm:prSet presAssocID="{84C4E479-0D82-4DA7-9EB2-C3B4DCC72393}" presName="sp" presStyleCnt="0"/>
      <dgm:spPr/>
    </dgm:pt>
    <dgm:pt modelId="{E73F6BAA-873A-4DE1-AE20-C034292B02E8}" type="pres">
      <dgm:prSet presAssocID="{49D752DC-F197-49DF-A922-0B1F8EC71F08}" presName="linNode" presStyleCnt="0"/>
      <dgm:spPr/>
    </dgm:pt>
    <dgm:pt modelId="{F2B41F75-3272-4F2C-AA49-33A305C0915B}" type="pres">
      <dgm:prSet presAssocID="{49D752DC-F197-49DF-A922-0B1F8EC71F08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C36F2936-53F5-41BF-B145-05C755EC394A}" type="pres">
      <dgm:prSet presAssocID="{381E3AEF-5159-4821-907F-0D30F59CE908}" presName="sp" presStyleCnt="0"/>
      <dgm:spPr/>
    </dgm:pt>
    <dgm:pt modelId="{63469A1B-20F5-4F3D-9D6E-F58522C75712}" type="pres">
      <dgm:prSet presAssocID="{21A8B9BC-E1F7-4ACA-979F-E0605081BAFF}" presName="linNode" presStyleCnt="0"/>
      <dgm:spPr/>
    </dgm:pt>
    <dgm:pt modelId="{B43AACD9-9F30-48B9-9FB7-4F0865E12887}" type="pres">
      <dgm:prSet presAssocID="{21A8B9BC-E1F7-4ACA-979F-E0605081BAFF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2B990FDC-D5FD-4272-AF78-61265E7B8788}" type="pres">
      <dgm:prSet presAssocID="{1A668D77-D191-4CDA-9870-CBEE2603916E}" presName="sp" presStyleCnt="0"/>
      <dgm:spPr/>
    </dgm:pt>
    <dgm:pt modelId="{CFAD6626-9E46-4F18-963A-4D5CB68351B1}" type="pres">
      <dgm:prSet presAssocID="{C9966AA0-DD32-43DD-B666-A72D2E90FE37}" presName="linNode" presStyleCnt="0"/>
      <dgm:spPr/>
    </dgm:pt>
    <dgm:pt modelId="{0230C659-4BA4-4FA5-9A84-CC0946449E3A}" type="pres">
      <dgm:prSet presAssocID="{C9966AA0-DD32-43DD-B666-A72D2E90FE37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59BC6465-65E9-4D58-8E49-F12D51592864}" type="pres">
      <dgm:prSet presAssocID="{A6F1E51B-19EB-47EC-8346-54445F97D9B0}" presName="sp" presStyleCnt="0"/>
      <dgm:spPr/>
    </dgm:pt>
    <dgm:pt modelId="{7C8301CC-55B5-402D-A32E-9DA985BFE52E}" type="pres">
      <dgm:prSet presAssocID="{54728C2C-92E6-4369-B495-8BC5464C98B6}" presName="linNode" presStyleCnt="0"/>
      <dgm:spPr/>
    </dgm:pt>
    <dgm:pt modelId="{266489D5-2BF7-4913-8B11-E04493C8936F}" type="pres">
      <dgm:prSet presAssocID="{54728C2C-92E6-4369-B495-8BC5464C98B6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54B8FE19-ABFD-4E36-893B-FBE4464553D6}" srcId="{4961A8AF-3AFB-422D-97AF-2A63D6A11ADC}" destId="{54728C2C-92E6-4369-B495-8BC5464C98B6}" srcOrd="4" destOrd="0" parTransId="{139B7A7D-9BAB-47D3-B97C-C1B29AE36EEE}" sibTransId="{A363E332-26C7-4AB2-8BDA-603F84591F00}"/>
    <dgm:cxn modelId="{8746B122-D58C-4537-9583-19D11128CB7B}" type="presOf" srcId="{49D752DC-F197-49DF-A922-0B1F8EC71F08}" destId="{F2B41F75-3272-4F2C-AA49-33A305C0915B}" srcOrd="0" destOrd="0" presId="urn:microsoft.com/office/officeart/2005/8/layout/vList5"/>
    <dgm:cxn modelId="{65552133-BDED-4FAC-9795-C5CA2DBAB328}" type="presOf" srcId="{4961A8AF-3AFB-422D-97AF-2A63D6A11ADC}" destId="{4E315FCA-930C-4033-937D-8243125B898F}" srcOrd="0" destOrd="0" presId="urn:microsoft.com/office/officeart/2005/8/layout/vList5"/>
    <dgm:cxn modelId="{419A723D-04A9-4B8C-B310-FD49586726DC}" type="presOf" srcId="{54728C2C-92E6-4369-B495-8BC5464C98B6}" destId="{266489D5-2BF7-4913-8B11-E04493C8936F}" srcOrd="0" destOrd="0" presId="urn:microsoft.com/office/officeart/2005/8/layout/vList5"/>
    <dgm:cxn modelId="{886CC13E-3161-4E9F-B5C5-DBDFCB041EEE}" srcId="{4961A8AF-3AFB-422D-97AF-2A63D6A11ADC}" destId="{21A8B9BC-E1F7-4ACA-979F-E0605081BAFF}" srcOrd="2" destOrd="0" parTransId="{20EFDDC6-713F-44E2-95FD-91FD80C6507B}" sibTransId="{1A668D77-D191-4CDA-9870-CBEE2603916E}"/>
    <dgm:cxn modelId="{D68F5541-5CB0-4E12-8A70-2925429DE494}" type="presOf" srcId="{21A8B9BC-E1F7-4ACA-979F-E0605081BAFF}" destId="{B43AACD9-9F30-48B9-9FB7-4F0865E12887}" srcOrd="0" destOrd="0" presId="urn:microsoft.com/office/officeart/2005/8/layout/vList5"/>
    <dgm:cxn modelId="{7BE412A8-DB69-435B-96A1-0F2CC317CA05}" srcId="{4961A8AF-3AFB-422D-97AF-2A63D6A11ADC}" destId="{49D752DC-F197-49DF-A922-0B1F8EC71F08}" srcOrd="1" destOrd="0" parTransId="{DF254BFE-2AD0-4E4B-92C2-9304DF32EAC7}" sibTransId="{381E3AEF-5159-4821-907F-0D30F59CE908}"/>
    <dgm:cxn modelId="{9E0DBEB0-1EB8-4E1F-9879-0DD999129910}" srcId="{4961A8AF-3AFB-422D-97AF-2A63D6A11ADC}" destId="{76AE679A-1464-47BD-B50C-9697B1E7D763}" srcOrd="0" destOrd="0" parTransId="{C3A7ED17-CF88-4E19-AC43-E937063C0068}" sibTransId="{84C4E479-0D82-4DA7-9EB2-C3B4DCC72393}"/>
    <dgm:cxn modelId="{4131FBE1-554F-4E1A-AC6B-1CE3802CED97}" srcId="{4961A8AF-3AFB-422D-97AF-2A63D6A11ADC}" destId="{C9966AA0-DD32-43DD-B666-A72D2E90FE37}" srcOrd="3" destOrd="0" parTransId="{EDA407FE-8DCB-4C2E-9F63-44CB3C9FA9C3}" sibTransId="{A6F1E51B-19EB-47EC-8346-54445F97D9B0}"/>
    <dgm:cxn modelId="{3AF4D9EF-B82C-4C01-9164-A8478E72E3C3}" type="presOf" srcId="{C9966AA0-DD32-43DD-B666-A72D2E90FE37}" destId="{0230C659-4BA4-4FA5-9A84-CC0946449E3A}" srcOrd="0" destOrd="0" presId="urn:microsoft.com/office/officeart/2005/8/layout/vList5"/>
    <dgm:cxn modelId="{E7228CF2-A53B-4E0C-B6C2-10697CB45C8A}" type="presOf" srcId="{76AE679A-1464-47BD-B50C-9697B1E7D763}" destId="{30F453AD-CA03-4348-84BE-91523B1AFD9C}" srcOrd="0" destOrd="0" presId="urn:microsoft.com/office/officeart/2005/8/layout/vList5"/>
    <dgm:cxn modelId="{7D096A20-3A69-4F70-97D2-0068B94B9353}" type="presParOf" srcId="{4E315FCA-930C-4033-937D-8243125B898F}" destId="{8273E93F-5785-4EEC-9093-11A50FAE3906}" srcOrd="0" destOrd="0" presId="urn:microsoft.com/office/officeart/2005/8/layout/vList5"/>
    <dgm:cxn modelId="{E2EBAFE7-4410-4271-AA6F-06A1C78A25A5}" type="presParOf" srcId="{8273E93F-5785-4EEC-9093-11A50FAE3906}" destId="{30F453AD-CA03-4348-84BE-91523B1AFD9C}" srcOrd="0" destOrd="0" presId="urn:microsoft.com/office/officeart/2005/8/layout/vList5"/>
    <dgm:cxn modelId="{5BFE01C0-4503-40B0-8B3B-E9B3B9FE68FC}" type="presParOf" srcId="{4E315FCA-930C-4033-937D-8243125B898F}" destId="{836FA6AE-2BAB-4901-A50C-9D1FFF6BFC13}" srcOrd="1" destOrd="0" presId="urn:microsoft.com/office/officeart/2005/8/layout/vList5"/>
    <dgm:cxn modelId="{AF62E9E2-173F-43F4-B5F4-3E1FFA6D4DB4}" type="presParOf" srcId="{4E315FCA-930C-4033-937D-8243125B898F}" destId="{E73F6BAA-873A-4DE1-AE20-C034292B02E8}" srcOrd="2" destOrd="0" presId="urn:microsoft.com/office/officeart/2005/8/layout/vList5"/>
    <dgm:cxn modelId="{6C6552E5-846A-4FB1-9C6E-A847041DE5F0}" type="presParOf" srcId="{E73F6BAA-873A-4DE1-AE20-C034292B02E8}" destId="{F2B41F75-3272-4F2C-AA49-33A305C0915B}" srcOrd="0" destOrd="0" presId="urn:microsoft.com/office/officeart/2005/8/layout/vList5"/>
    <dgm:cxn modelId="{69379A10-04D6-440E-AA8F-55E4E9767972}" type="presParOf" srcId="{4E315FCA-930C-4033-937D-8243125B898F}" destId="{C36F2936-53F5-41BF-B145-05C755EC394A}" srcOrd="3" destOrd="0" presId="urn:microsoft.com/office/officeart/2005/8/layout/vList5"/>
    <dgm:cxn modelId="{B3292B54-F623-4D9E-9293-C9ECFA7D1F27}" type="presParOf" srcId="{4E315FCA-930C-4033-937D-8243125B898F}" destId="{63469A1B-20F5-4F3D-9D6E-F58522C75712}" srcOrd="4" destOrd="0" presId="urn:microsoft.com/office/officeart/2005/8/layout/vList5"/>
    <dgm:cxn modelId="{A2B2EEFF-66EC-4D01-971D-71A3026BB0DA}" type="presParOf" srcId="{63469A1B-20F5-4F3D-9D6E-F58522C75712}" destId="{B43AACD9-9F30-48B9-9FB7-4F0865E12887}" srcOrd="0" destOrd="0" presId="urn:microsoft.com/office/officeart/2005/8/layout/vList5"/>
    <dgm:cxn modelId="{960C9777-AA3B-46D9-B091-779C35581F71}" type="presParOf" srcId="{4E315FCA-930C-4033-937D-8243125B898F}" destId="{2B990FDC-D5FD-4272-AF78-61265E7B8788}" srcOrd="5" destOrd="0" presId="urn:microsoft.com/office/officeart/2005/8/layout/vList5"/>
    <dgm:cxn modelId="{E578F9E5-34D9-4A35-BA41-32C3CD50435A}" type="presParOf" srcId="{4E315FCA-930C-4033-937D-8243125B898F}" destId="{CFAD6626-9E46-4F18-963A-4D5CB68351B1}" srcOrd="6" destOrd="0" presId="urn:microsoft.com/office/officeart/2005/8/layout/vList5"/>
    <dgm:cxn modelId="{005E8F96-4634-401F-8253-9C9257752205}" type="presParOf" srcId="{CFAD6626-9E46-4F18-963A-4D5CB68351B1}" destId="{0230C659-4BA4-4FA5-9A84-CC0946449E3A}" srcOrd="0" destOrd="0" presId="urn:microsoft.com/office/officeart/2005/8/layout/vList5"/>
    <dgm:cxn modelId="{FD2A7458-A3E7-43D0-92C8-CD043809B321}" type="presParOf" srcId="{4E315FCA-930C-4033-937D-8243125B898F}" destId="{59BC6465-65E9-4D58-8E49-F12D51592864}" srcOrd="7" destOrd="0" presId="urn:microsoft.com/office/officeart/2005/8/layout/vList5"/>
    <dgm:cxn modelId="{510A63B7-B6B0-4AF6-9639-8D75A880C4F3}" type="presParOf" srcId="{4E315FCA-930C-4033-937D-8243125B898F}" destId="{7C8301CC-55B5-402D-A32E-9DA985BFE52E}" srcOrd="8" destOrd="0" presId="urn:microsoft.com/office/officeart/2005/8/layout/vList5"/>
    <dgm:cxn modelId="{87C463CA-4A83-4921-84E6-735546A23701}" type="presParOf" srcId="{7C8301CC-55B5-402D-A32E-9DA985BFE52E}" destId="{266489D5-2BF7-4913-8B11-E04493C8936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C724B3-A868-47B9-AFB7-F7E3D065B33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FB7176-D1FF-4969-991F-3F03569B64A8}">
      <dgm:prSet/>
      <dgm:spPr/>
      <dgm:t>
        <a:bodyPr/>
        <a:lstStyle/>
        <a:p>
          <a:r>
            <a:rPr lang="en-US"/>
            <a:t>XAMPP – Apache, MySQL, PHP egy csomagban.</a:t>
          </a:r>
        </a:p>
      </dgm:t>
    </dgm:pt>
    <dgm:pt modelId="{1EE88830-4CAE-4FF3-AEB2-B7850B3ED052}" type="parTrans" cxnId="{09BBDBCB-67AD-4409-9AB7-14C16C0F1AD1}">
      <dgm:prSet/>
      <dgm:spPr/>
      <dgm:t>
        <a:bodyPr/>
        <a:lstStyle/>
        <a:p>
          <a:endParaRPr lang="en-US"/>
        </a:p>
      </dgm:t>
    </dgm:pt>
    <dgm:pt modelId="{E9E95B09-60D5-422A-AF87-2634606AF3B7}" type="sibTrans" cxnId="{09BBDBCB-67AD-4409-9AB7-14C16C0F1AD1}">
      <dgm:prSet/>
      <dgm:spPr/>
      <dgm:t>
        <a:bodyPr/>
        <a:lstStyle/>
        <a:p>
          <a:endParaRPr lang="en-US"/>
        </a:p>
      </dgm:t>
    </dgm:pt>
    <dgm:pt modelId="{7FEB54AF-5321-4D61-B81F-39BAAFCEAC24}">
      <dgm:prSet/>
      <dgm:spPr/>
      <dgm:t>
        <a:bodyPr/>
        <a:lstStyle/>
        <a:p>
          <a:r>
            <a:rPr lang="en-US"/>
            <a:t>phpMyAdmin – Adatbázis vizuális kezelése.</a:t>
          </a:r>
        </a:p>
      </dgm:t>
    </dgm:pt>
    <dgm:pt modelId="{B49527B5-2F9C-46F2-87C8-4CE14073E655}" type="parTrans" cxnId="{680EA5B5-B6BD-4DE5-9C29-FACA94AE617C}">
      <dgm:prSet/>
      <dgm:spPr/>
      <dgm:t>
        <a:bodyPr/>
        <a:lstStyle/>
        <a:p>
          <a:endParaRPr lang="en-US"/>
        </a:p>
      </dgm:t>
    </dgm:pt>
    <dgm:pt modelId="{342A09C5-4410-4C7E-9B6F-F674684AD5AF}" type="sibTrans" cxnId="{680EA5B5-B6BD-4DE5-9C29-FACA94AE617C}">
      <dgm:prSet/>
      <dgm:spPr/>
      <dgm:t>
        <a:bodyPr/>
        <a:lstStyle/>
        <a:p>
          <a:endParaRPr lang="en-US"/>
        </a:p>
      </dgm:t>
    </dgm:pt>
    <dgm:pt modelId="{CCE58214-0C3B-46B3-8890-E5A27D13420C}">
      <dgm:prSet/>
      <dgm:spPr/>
      <dgm:t>
        <a:bodyPr/>
        <a:lstStyle/>
        <a:p>
          <a:r>
            <a:rPr lang="en-US"/>
            <a:t>VS Code – Kódszerkesztő, bővítményekkel (PHP Intelephense, Live Server).</a:t>
          </a:r>
        </a:p>
      </dgm:t>
    </dgm:pt>
    <dgm:pt modelId="{962F4320-4812-40F9-B800-D854E3370886}" type="parTrans" cxnId="{D2A4A57A-9866-40C7-8E82-F48A194A8167}">
      <dgm:prSet/>
      <dgm:spPr/>
      <dgm:t>
        <a:bodyPr/>
        <a:lstStyle/>
        <a:p>
          <a:endParaRPr lang="en-US"/>
        </a:p>
      </dgm:t>
    </dgm:pt>
    <dgm:pt modelId="{662BDA2A-5807-4E47-81EF-9360B493B5C5}" type="sibTrans" cxnId="{D2A4A57A-9866-40C7-8E82-F48A194A8167}">
      <dgm:prSet/>
      <dgm:spPr/>
      <dgm:t>
        <a:bodyPr/>
        <a:lstStyle/>
        <a:p>
          <a:endParaRPr lang="en-US"/>
        </a:p>
      </dgm:t>
    </dgm:pt>
    <dgm:pt modelId="{083B7059-AF9D-43DA-B555-2F61038E8CA2}">
      <dgm:prSet/>
      <dgm:spPr/>
      <dgm:t>
        <a:bodyPr/>
        <a:lstStyle/>
        <a:p>
          <a:r>
            <a:rPr lang="en-US"/>
            <a:t>Böngészők – Chrome, Firefox fejlesztői eszközök (debug, hálózat, konzol).</a:t>
          </a:r>
        </a:p>
      </dgm:t>
    </dgm:pt>
    <dgm:pt modelId="{281F379E-456A-4EF5-A72F-924AB73FFA10}" type="parTrans" cxnId="{694065EF-A0C4-48EE-8F4B-C889A6D18E1B}">
      <dgm:prSet/>
      <dgm:spPr/>
      <dgm:t>
        <a:bodyPr/>
        <a:lstStyle/>
        <a:p>
          <a:endParaRPr lang="en-US"/>
        </a:p>
      </dgm:t>
    </dgm:pt>
    <dgm:pt modelId="{B3E440AF-FF33-4ADB-8C2E-E320BB809F7D}" type="sibTrans" cxnId="{694065EF-A0C4-48EE-8F4B-C889A6D18E1B}">
      <dgm:prSet/>
      <dgm:spPr/>
      <dgm:t>
        <a:bodyPr/>
        <a:lstStyle/>
        <a:p>
          <a:endParaRPr lang="en-US"/>
        </a:p>
      </dgm:t>
    </dgm:pt>
    <dgm:pt modelId="{F8C147D4-20B1-48DA-A243-A9B4F7A722CE}" type="pres">
      <dgm:prSet presAssocID="{D6C724B3-A868-47B9-AFB7-F7E3D065B337}" presName="linear" presStyleCnt="0">
        <dgm:presLayoutVars>
          <dgm:animLvl val="lvl"/>
          <dgm:resizeHandles val="exact"/>
        </dgm:presLayoutVars>
      </dgm:prSet>
      <dgm:spPr/>
    </dgm:pt>
    <dgm:pt modelId="{CD63CE1E-ABC4-4F1E-8BFD-47068B08DBE2}" type="pres">
      <dgm:prSet presAssocID="{5CFB7176-D1FF-4969-991F-3F03569B64A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BDC91B7-8B6F-4365-BAC0-5332A7D2F62A}" type="pres">
      <dgm:prSet presAssocID="{E9E95B09-60D5-422A-AF87-2634606AF3B7}" presName="spacer" presStyleCnt="0"/>
      <dgm:spPr/>
    </dgm:pt>
    <dgm:pt modelId="{FBF618EE-E916-4ED5-927E-DFD18CF76AEB}" type="pres">
      <dgm:prSet presAssocID="{7FEB54AF-5321-4D61-B81F-39BAAFCEAC2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254D95F-3062-42A7-8EB5-E225F31D525E}" type="pres">
      <dgm:prSet presAssocID="{342A09C5-4410-4C7E-9B6F-F674684AD5AF}" presName="spacer" presStyleCnt="0"/>
      <dgm:spPr/>
    </dgm:pt>
    <dgm:pt modelId="{DF1B273F-EEF8-4B9C-ABF7-9E6D59D53ECB}" type="pres">
      <dgm:prSet presAssocID="{CCE58214-0C3B-46B3-8890-E5A27D13420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F59ED57-751D-450C-B77C-04034E9310F4}" type="pres">
      <dgm:prSet presAssocID="{662BDA2A-5807-4E47-81EF-9360B493B5C5}" presName="spacer" presStyleCnt="0"/>
      <dgm:spPr/>
    </dgm:pt>
    <dgm:pt modelId="{1DDB3F10-36A0-4ECC-AA1E-76B1474723DC}" type="pres">
      <dgm:prSet presAssocID="{083B7059-AF9D-43DA-B555-2F61038E8CA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BB84B07-45F0-48C5-B0D5-42A2FA8FA319}" type="presOf" srcId="{7FEB54AF-5321-4D61-B81F-39BAAFCEAC24}" destId="{FBF618EE-E916-4ED5-927E-DFD18CF76AEB}" srcOrd="0" destOrd="0" presId="urn:microsoft.com/office/officeart/2005/8/layout/vList2"/>
    <dgm:cxn modelId="{2517270D-6949-455D-B744-00C0F96DE07A}" type="presOf" srcId="{D6C724B3-A868-47B9-AFB7-F7E3D065B337}" destId="{F8C147D4-20B1-48DA-A243-A9B4F7A722CE}" srcOrd="0" destOrd="0" presId="urn:microsoft.com/office/officeart/2005/8/layout/vList2"/>
    <dgm:cxn modelId="{C3627861-8DB2-46AF-9428-B7B0E4290D91}" type="presOf" srcId="{5CFB7176-D1FF-4969-991F-3F03569B64A8}" destId="{CD63CE1E-ABC4-4F1E-8BFD-47068B08DBE2}" srcOrd="0" destOrd="0" presId="urn:microsoft.com/office/officeart/2005/8/layout/vList2"/>
    <dgm:cxn modelId="{D2A4A57A-9866-40C7-8E82-F48A194A8167}" srcId="{D6C724B3-A868-47B9-AFB7-F7E3D065B337}" destId="{CCE58214-0C3B-46B3-8890-E5A27D13420C}" srcOrd="2" destOrd="0" parTransId="{962F4320-4812-40F9-B800-D854E3370886}" sibTransId="{662BDA2A-5807-4E47-81EF-9360B493B5C5}"/>
    <dgm:cxn modelId="{7937857E-21D6-4EEC-942B-5B42D3DFA0C5}" type="presOf" srcId="{CCE58214-0C3B-46B3-8890-E5A27D13420C}" destId="{DF1B273F-EEF8-4B9C-ABF7-9E6D59D53ECB}" srcOrd="0" destOrd="0" presId="urn:microsoft.com/office/officeart/2005/8/layout/vList2"/>
    <dgm:cxn modelId="{F7BE1281-C83F-41A0-82A1-BF21EE024399}" type="presOf" srcId="{083B7059-AF9D-43DA-B555-2F61038E8CA2}" destId="{1DDB3F10-36A0-4ECC-AA1E-76B1474723DC}" srcOrd="0" destOrd="0" presId="urn:microsoft.com/office/officeart/2005/8/layout/vList2"/>
    <dgm:cxn modelId="{680EA5B5-B6BD-4DE5-9C29-FACA94AE617C}" srcId="{D6C724B3-A868-47B9-AFB7-F7E3D065B337}" destId="{7FEB54AF-5321-4D61-B81F-39BAAFCEAC24}" srcOrd="1" destOrd="0" parTransId="{B49527B5-2F9C-46F2-87C8-4CE14073E655}" sibTransId="{342A09C5-4410-4C7E-9B6F-F674684AD5AF}"/>
    <dgm:cxn modelId="{09BBDBCB-67AD-4409-9AB7-14C16C0F1AD1}" srcId="{D6C724B3-A868-47B9-AFB7-F7E3D065B337}" destId="{5CFB7176-D1FF-4969-991F-3F03569B64A8}" srcOrd="0" destOrd="0" parTransId="{1EE88830-4CAE-4FF3-AEB2-B7850B3ED052}" sibTransId="{E9E95B09-60D5-422A-AF87-2634606AF3B7}"/>
    <dgm:cxn modelId="{694065EF-A0C4-48EE-8F4B-C889A6D18E1B}" srcId="{D6C724B3-A868-47B9-AFB7-F7E3D065B337}" destId="{083B7059-AF9D-43DA-B555-2F61038E8CA2}" srcOrd="3" destOrd="0" parTransId="{281F379E-456A-4EF5-A72F-924AB73FFA10}" sibTransId="{B3E440AF-FF33-4ADB-8C2E-E320BB809F7D}"/>
    <dgm:cxn modelId="{6E481C2E-0408-4712-A442-1A04FD426EF5}" type="presParOf" srcId="{F8C147D4-20B1-48DA-A243-A9B4F7A722CE}" destId="{CD63CE1E-ABC4-4F1E-8BFD-47068B08DBE2}" srcOrd="0" destOrd="0" presId="urn:microsoft.com/office/officeart/2005/8/layout/vList2"/>
    <dgm:cxn modelId="{8B9434DB-2011-4911-BC23-753E6A21F044}" type="presParOf" srcId="{F8C147D4-20B1-48DA-A243-A9B4F7A722CE}" destId="{BBDC91B7-8B6F-4365-BAC0-5332A7D2F62A}" srcOrd="1" destOrd="0" presId="urn:microsoft.com/office/officeart/2005/8/layout/vList2"/>
    <dgm:cxn modelId="{FDC07BC6-03FC-4A81-9CB6-E89EB7327800}" type="presParOf" srcId="{F8C147D4-20B1-48DA-A243-A9B4F7A722CE}" destId="{FBF618EE-E916-4ED5-927E-DFD18CF76AEB}" srcOrd="2" destOrd="0" presId="urn:microsoft.com/office/officeart/2005/8/layout/vList2"/>
    <dgm:cxn modelId="{9B616AB7-1B97-43F9-99F3-637B5783891D}" type="presParOf" srcId="{F8C147D4-20B1-48DA-A243-A9B4F7A722CE}" destId="{5254D95F-3062-42A7-8EB5-E225F31D525E}" srcOrd="3" destOrd="0" presId="urn:microsoft.com/office/officeart/2005/8/layout/vList2"/>
    <dgm:cxn modelId="{C1498F10-FA57-4C34-9729-F07E11C866CC}" type="presParOf" srcId="{F8C147D4-20B1-48DA-A243-A9B4F7A722CE}" destId="{DF1B273F-EEF8-4B9C-ABF7-9E6D59D53ECB}" srcOrd="4" destOrd="0" presId="urn:microsoft.com/office/officeart/2005/8/layout/vList2"/>
    <dgm:cxn modelId="{C68D83DD-B87C-42F2-A10D-5247404725B7}" type="presParOf" srcId="{F8C147D4-20B1-48DA-A243-A9B4F7A722CE}" destId="{0F59ED57-751D-450C-B77C-04034E9310F4}" srcOrd="5" destOrd="0" presId="urn:microsoft.com/office/officeart/2005/8/layout/vList2"/>
    <dgm:cxn modelId="{5C6A0236-81E8-4E2E-AA7C-08221DF58340}" type="presParOf" srcId="{F8C147D4-20B1-48DA-A243-A9B4F7A722CE}" destId="{1DDB3F10-36A0-4ECC-AA1E-76B1474723D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4CECA4C-9194-48E1-BD56-DBE862FC45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1516E51-56F1-4E72-A853-88CD2729B628}">
      <dgm:prSet/>
      <dgm:spPr/>
      <dgm:t>
        <a:bodyPr/>
        <a:lstStyle/>
        <a:p>
          <a:r>
            <a:rPr lang="en-US"/>
            <a:t>users (1) ── (N) cart</a:t>
          </a:r>
        </a:p>
      </dgm:t>
    </dgm:pt>
    <dgm:pt modelId="{E2660F2A-7519-4FD8-9CE9-B6AF41AB4B84}" type="parTrans" cxnId="{80152C5A-CC5E-43D0-AE4B-967D19EF246A}">
      <dgm:prSet/>
      <dgm:spPr/>
      <dgm:t>
        <a:bodyPr/>
        <a:lstStyle/>
        <a:p>
          <a:endParaRPr lang="en-US"/>
        </a:p>
      </dgm:t>
    </dgm:pt>
    <dgm:pt modelId="{D506436D-D29A-431D-A758-9E9D1E89D577}" type="sibTrans" cxnId="{80152C5A-CC5E-43D0-AE4B-967D19EF246A}">
      <dgm:prSet/>
      <dgm:spPr/>
      <dgm:t>
        <a:bodyPr/>
        <a:lstStyle/>
        <a:p>
          <a:endParaRPr lang="en-US"/>
        </a:p>
      </dgm:t>
    </dgm:pt>
    <dgm:pt modelId="{4F86132F-2F04-46F2-9FA1-8EC58117001A}">
      <dgm:prSet/>
      <dgm:spPr/>
      <dgm:t>
        <a:bodyPr/>
        <a:lstStyle/>
        <a:p>
          <a:r>
            <a:rPr lang="en-US"/>
            <a:t>users (1) ── (N) orders</a:t>
          </a:r>
        </a:p>
      </dgm:t>
    </dgm:pt>
    <dgm:pt modelId="{6CC46EC2-3AE3-49EC-8A16-6553995FDE88}" type="parTrans" cxnId="{156354C4-D68F-4043-9393-711032040BD8}">
      <dgm:prSet/>
      <dgm:spPr/>
      <dgm:t>
        <a:bodyPr/>
        <a:lstStyle/>
        <a:p>
          <a:endParaRPr lang="en-US"/>
        </a:p>
      </dgm:t>
    </dgm:pt>
    <dgm:pt modelId="{7558A76E-E83A-4BED-B9DF-68B0F17193D5}" type="sibTrans" cxnId="{156354C4-D68F-4043-9393-711032040BD8}">
      <dgm:prSet/>
      <dgm:spPr/>
      <dgm:t>
        <a:bodyPr/>
        <a:lstStyle/>
        <a:p>
          <a:endParaRPr lang="en-US"/>
        </a:p>
      </dgm:t>
    </dgm:pt>
    <dgm:pt modelId="{B6513BE7-D826-495E-A5B1-395CA643793B}">
      <dgm:prSet/>
      <dgm:spPr/>
      <dgm:t>
        <a:bodyPr/>
        <a:lstStyle/>
        <a:p>
          <a:r>
            <a:rPr lang="en-US"/>
            <a:t>shoes (1) ── (N) cart</a:t>
          </a:r>
        </a:p>
      </dgm:t>
    </dgm:pt>
    <dgm:pt modelId="{D69FDA71-09A7-433F-B894-7356F84F1532}" type="parTrans" cxnId="{14AB9BFB-2ACD-4734-BF01-B7AF68F1D5CA}">
      <dgm:prSet/>
      <dgm:spPr/>
      <dgm:t>
        <a:bodyPr/>
        <a:lstStyle/>
        <a:p>
          <a:endParaRPr lang="en-US"/>
        </a:p>
      </dgm:t>
    </dgm:pt>
    <dgm:pt modelId="{D8C2E62D-C20C-4A91-951D-F5CBFA1814C4}" type="sibTrans" cxnId="{14AB9BFB-2ACD-4734-BF01-B7AF68F1D5CA}">
      <dgm:prSet/>
      <dgm:spPr/>
      <dgm:t>
        <a:bodyPr/>
        <a:lstStyle/>
        <a:p>
          <a:endParaRPr lang="en-US"/>
        </a:p>
      </dgm:t>
    </dgm:pt>
    <dgm:pt modelId="{62ADF46F-38BC-4B12-92D1-5D586A46E7FA}">
      <dgm:prSet/>
      <dgm:spPr/>
      <dgm:t>
        <a:bodyPr/>
        <a:lstStyle/>
        <a:p>
          <a:r>
            <a:rPr lang="en-US"/>
            <a:t>shoes (1) ── (N) order_items</a:t>
          </a:r>
        </a:p>
      </dgm:t>
    </dgm:pt>
    <dgm:pt modelId="{960CF0B0-EC5D-4204-A21D-703153E02F0A}" type="parTrans" cxnId="{0F56F367-E355-4CE5-9170-41AF9A24D0C6}">
      <dgm:prSet/>
      <dgm:spPr/>
      <dgm:t>
        <a:bodyPr/>
        <a:lstStyle/>
        <a:p>
          <a:endParaRPr lang="en-US"/>
        </a:p>
      </dgm:t>
    </dgm:pt>
    <dgm:pt modelId="{141E1AF5-8CF2-4264-8E9D-7CD12FC00319}" type="sibTrans" cxnId="{0F56F367-E355-4CE5-9170-41AF9A24D0C6}">
      <dgm:prSet/>
      <dgm:spPr/>
      <dgm:t>
        <a:bodyPr/>
        <a:lstStyle/>
        <a:p>
          <a:endParaRPr lang="en-US"/>
        </a:p>
      </dgm:t>
    </dgm:pt>
    <dgm:pt modelId="{BF3E4B97-342A-4CAE-8071-4CA3B885F47A}">
      <dgm:prSet/>
      <dgm:spPr/>
      <dgm:t>
        <a:bodyPr/>
        <a:lstStyle/>
        <a:p>
          <a:r>
            <a:rPr lang="en-US"/>
            <a:t>shoes (1) ── (N) comments</a:t>
          </a:r>
        </a:p>
      </dgm:t>
    </dgm:pt>
    <dgm:pt modelId="{86292BC3-43BF-4C12-8A03-46D09188D866}" type="parTrans" cxnId="{84585016-7DAD-4A45-AD11-5CA0318CAE7D}">
      <dgm:prSet/>
      <dgm:spPr/>
      <dgm:t>
        <a:bodyPr/>
        <a:lstStyle/>
        <a:p>
          <a:endParaRPr lang="en-US"/>
        </a:p>
      </dgm:t>
    </dgm:pt>
    <dgm:pt modelId="{97551D32-6CD4-4952-9681-46D93B3D4B27}" type="sibTrans" cxnId="{84585016-7DAD-4A45-AD11-5CA0318CAE7D}">
      <dgm:prSet/>
      <dgm:spPr/>
      <dgm:t>
        <a:bodyPr/>
        <a:lstStyle/>
        <a:p>
          <a:endParaRPr lang="en-US"/>
        </a:p>
      </dgm:t>
    </dgm:pt>
    <dgm:pt modelId="{C78CC515-7C85-4F33-ADCE-ABC9C1EAFF9A}">
      <dgm:prSet/>
      <dgm:spPr/>
      <dgm:t>
        <a:bodyPr/>
        <a:lstStyle/>
        <a:p>
          <a:r>
            <a:rPr lang="en-US"/>
            <a:t>orders (1) ── (N) order_items</a:t>
          </a:r>
        </a:p>
      </dgm:t>
    </dgm:pt>
    <dgm:pt modelId="{02FE348D-F7D2-49BA-94E1-0DBC37CA505A}" type="parTrans" cxnId="{A71FCAC8-8B0B-434D-8DCF-F2C12E776BA2}">
      <dgm:prSet/>
      <dgm:spPr/>
      <dgm:t>
        <a:bodyPr/>
        <a:lstStyle/>
        <a:p>
          <a:endParaRPr lang="en-US"/>
        </a:p>
      </dgm:t>
    </dgm:pt>
    <dgm:pt modelId="{516161B7-86A8-4331-943B-A71BB87D3E64}" type="sibTrans" cxnId="{A71FCAC8-8B0B-434D-8DCF-F2C12E776BA2}">
      <dgm:prSet/>
      <dgm:spPr/>
      <dgm:t>
        <a:bodyPr/>
        <a:lstStyle/>
        <a:p>
          <a:endParaRPr lang="en-US"/>
        </a:p>
      </dgm:t>
    </dgm:pt>
    <dgm:pt modelId="{7FA4DF7F-F607-4ABB-868B-09A1F397F0A1}" type="pres">
      <dgm:prSet presAssocID="{44CECA4C-9194-48E1-BD56-DBE862FC4526}" presName="linear" presStyleCnt="0">
        <dgm:presLayoutVars>
          <dgm:animLvl val="lvl"/>
          <dgm:resizeHandles val="exact"/>
        </dgm:presLayoutVars>
      </dgm:prSet>
      <dgm:spPr/>
    </dgm:pt>
    <dgm:pt modelId="{E4C347B9-0966-43B0-B756-FE3A6EA4005B}" type="pres">
      <dgm:prSet presAssocID="{B1516E51-56F1-4E72-A853-88CD2729B62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18FD497-5E2D-45CA-B19D-3EEC57EDE8AA}" type="pres">
      <dgm:prSet presAssocID="{D506436D-D29A-431D-A758-9E9D1E89D577}" presName="spacer" presStyleCnt="0"/>
      <dgm:spPr/>
    </dgm:pt>
    <dgm:pt modelId="{C3874133-25AF-4128-9A1D-3C08F16701D5}" type="pres">
      <dgm:prSet presAssocID="{4F86132F-2F04-46F2-9FA1-8EC58117001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535BC1A2-4765-47C4-80A1-EC3AC09EB2D3}" type="pres">
      <dgm:prSet presAssocID="{7558A76E-E83A-4BED-B9DF-68B0F17193D5}" presName="spacer" presStyleCnt="0"/>
      <dgm:spPr/>
    </dgm:pt>
    <dgm:pt modelId="{D8A8418B-C922-4E88-BA9E-E28E0462165E}" type="pres">
      <dgm:prSet presAssocID="{B6513BE7-D826-495E-A5B1-395CA643793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A2E44C6-3FA9-4F32-9BFF-EEA77A72DE87}" type="pres">
      <dgm:prSet presAssocID="{D8C2E62D-C20C-4A91-951D-F5CBFA1814C4}" presName="spacer" presStyleCnt="0"/>
      <dgm:spPr/>
    </dgm:pt>
    <dgm:pt modelId="{AADBBEBA-51EA-4454-800C-95248626C96C}" type="pres">
      <dgm:prSet presAssocID="{62ADF46F-38BC-4B12-92D1-5D586A46E7F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D50EB70-4AD3-4E0A-95B2-1612D53E6456}" type="pres">
      <dgm:prSet presAssocID="{141E1AF5-8CF2-4264-8E9D-7CD12FC00319}" presName="spacer" presStyleCnt="0"/>
      <dgm:spPr/>
    </dgm:pt>
    <dgm:pt modelId="{E80F868E-D5D9-4361-8DEB-D46ED10D5FE3}" type="pres">
      <dgm:prSet presAssocID="{BF3E4B97-342A-4CAE-8071-4CA3B885F47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AA07842-84F4-4CEF-A748-3BCECF1C27D5}" type="pres">
      <dgm:prSet presAssocID="{97551D32-6CD4-4952-9681-46D93B3D4B27}" presName="spacer" presStyleCnt="0"/>
      <dgm:spPr/>
    </dgm:pt>
    <dgm:pt modelId="{067A929F-1F4C-46BB-9834-968E5F4CCD93}" type="pres">
      <dgm:prSet presAssocID="{C78CC515-7C85-4F33-ADCE-ABC9C1EAFF9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84585016-7DAD-4A45-AD11-5CA0318CAE7D}" srcId="{44CECA4C-9194-48E1-BD56-DBE862FC4526}" destId="{BF3E4B97-342A-4CAE-8071-4CA3B885F47A}" srcOrd="4" destOrd="0" parTransId="{86292BC3-43BF-4C12-8A03-46D09188D866}" sibTransId="{97551D32-6CD4-4952-9681-46D93B3D4B27}"/>
    <dgm:cxn modelId="{0F56F367-E355-4CE5-9170-41AF9A24D0C6}" srcId="{44CECA4C-9194-48E1-BD56-DBE862FC4526}" destId="{62ADF46F-38BC-4B12-92D1-5D586A46E7FA}" srcOrd="3" destOrd="0" parTransId="{960CF0B0-EC5D-4204-A21D-703153E02F0A}" sibTransId="{141E1AF5-8CF2-4264-8E9D-7CD12FC00319}"/>
    <dgm:cxn modelId="{9E31DC4A-D0F1-4B9E-910A-AF94395A839D}" type="presOf" srcId="{C78CC515-7C85-4F33-ADCE-ABC9C1EAFF9A}" destId="{067A929F-1F4C-46BB-9834-968E5F4CCD93}" srcOrd="0" destOrd="0" presId="urn:microsoft.com/office/officeart/2005/8/layout/vList2"/>
    <dgm:cxn modelId="{A020534F-1618-4B42-B899-E1F9E103B781}" type="presOf" srcId="{B6513BE7-D826-495E-A5B1-395CA643793B}" destId="{D8A8418B-C922-4E88-BA9E-E28E0462165E}" srcOrd="0" destOrd="0" presId="urn:microsoft.com/office/officeart/2005/8/layout/vList2"/>
    <dgm:cxn modelId="{80152C5A-CC5E-43D0-AE4B-967D19EF246A}" srcId="{44CECA4C-9194-48E1-BD56-DBE862FC4526}" destId="{B1516E51-56F1-4E72-A853-88CD2729B628}" srcOrd="0" destOrd="0" parTransId="{E2660F2A-7519-4FD8-9CE9-B6AF41AB4B84}" sibTransId="{D506436D-D29A-431D-A758-9E9D1E89D577}"/>
    <dgm:cxn modelId="{6995E45A-B0F9-4DE7-BD5F-C36307DBC8BF}" type="presOf" srcId="{B1516E51-56F1-4E72-A853-88CD2729B628}" destId="{E4C347B9-0966-43B0-B756-FE3A6EA4005B}" srcOrd="0" destOrd="0" presId="urn:microsoft.com/office/officeart/2005/8/layout/vList2"/>
    <dgm:cxn modelId="{B0A7599C-9BD6-4E14-A7D0-A370ACAF8A56}" type="presOf" srcId="{44CECA4C-9194-48E1-BD56-DBE862FC4526}" destId="{7FA4DF7F-F607-4ABB-868B-09A1F397F0A1}" srcOrd="0" destOrd="0" presId="urn:microsoft.com/office/officeart/2005/8/layout/vList2"/>
    <dgm:cxn modelId="{BEE053BE-26FC-4475-8FA3-C54AC6691A98}" type="presOf" srcId="{62ADF46F-38BC-4B12-92D1-5D586A46E7FA}" destId="{AADBBEBA-51EA-4454-800C-95248626C96C}" srcOrd="0" destOrd="0" presId="urn:microsoft.com/office/officeart/2005/8/layout/vList2"/>
    <dgm:cxn modelId="{156354C4-D68F-4043-9393-711032040BD8}" srcId="{44CECA4C-9194-48E1-BD56-DBE862FC4526}" destId="{4F86132F-2F04-46F2-9FA1-8EC58117001A}" srcOrd="1" destOrd="0" parTransId="{6CC46EC2-3AE3-49EC-8A16-6553995FDE88}" sibTransId="{7558A76E-E83A-4BED-B9DF-68B0F17193D5}"/>
    <dgm:cxn modelId="{A71FCAC8-8B0B-434D-8DCF-F2C12E776BA2}" srcId="{44CECA4C-9194-48E1-BD56-DBE862FC4526}" destId="{C78CC515-7C85-4F33-ADCE-ABC9C1EAFF9A}" srcOrd="5" destOrd="0" parTransId="{02FE348D-F7D2-49BA-94E1-0DBC37CA505A}" sibTransId="{516161B7-86A8-4331-943B-A71BB87D3E64}"/>
    <dgm:cxn modelId="{07E4CED4-FB9D-432F-AEA4-5B2950EDBC93}" type="presOf" srcId="{BF3E4B97-342A-4CAE-8071-4CA3B885F47A}" destId="{E80F868E-D5D9-4361-8DEB-D46ED10D5FE3}" srcOrd="0" destOrd="0" presId="urn:microsoft.com/office/officeart/2005/8/layout/vList2"/>
    <dgm:cxn modelId="{4C9D03ED-3419-43B8-93BB-F2D336355217}" type="presOf" srcId="{4F86132F-2F04-46F2-9FA1-8EC58117001A}" destId="{C3874133-25AF-4128-9A1D-3C08F16701D5}" srcOrd="0" destOrd="0" presId="urn:microsoft.com/office/officeart/2005/8/layout/vList2"/>
    <dgm:cxn modelId="{14AB9BFB-2ACD-4734-BF01-B7AF68F1D5CA}" srcId="{44CECA4C-9194-48E1-BD56-DBE862FC4526}" destId="{B6513BE7-D826-495E-A5B1-395CA643793B}" srcOrd="2" destOrd="0" parTransId="{D69FDA71-09A7-433F-B894-7356F84F1532}" sibTransId="{D8C2E62D-C20C-4A91-951D-F5CBFA1814C4}"/>
    <dgm:cxn modelId="{F991B3A5-1CAB-4E01-95DC-BF9B55D80ED3}" type="presParOf" srcId="{7FA4DF7F-F607-4ABB-868B-09A1F397F0A1}" destId="{E4C347B9-0966-43B0-B756-FE3A6EA4005B}" srcOrd="0" destOrd="0" presId="urn:microsoft.com/office/officeart/2005/8/layout/vList2"/>
    <dgm:cxn modelId="{162809F3-5B90-47C5-B1C0-AC60F07CCBD8}" type="presParOf" srcId="{7FA4DF7F-F607-4ABB-868B-09A1F397F0A1}" destId="{618FD497-5E2D-45CA-B19D-3EEC57EDE8AA}" srcOrd="1" destOrd="0" presId="urn:microsoft.com/office/officeart/2005/8/layout/vList2"/>
    <dgm:cxn modelId="{33557E69-F1FB-4BD3-8148-56B8EEA05A49}" type="presParOf" srcId="{7FA4DF7F-F607-4ABB-868B-09A1F397F0A1}" destId="{C3874133-25AF-4128-9A1D-3C08F16701D5}" srcOrd="2" destOrd="0" presId="urn:microsoft.com/office/officeart/2005/8/layout/vList2"/>
    <dgm:cxn modelId="{C7A8BA61-20DF-46C1-A8FD-5A7DCDEE5C49}" type="presParOf" srcId="{7FA4DF7F-F607-4ABB-868B-09A1F397F0A1}" destId="{535BC1A2-4765-47C4-80A1-EC3AC09EB2D3}" srcOrd="3" destOrd="0" presId="urn:microsoft.com/office/officeart/2005/8/layout/vList2"/>
    <dgm:cxn modelId="{E19BB836-37E6-43D6-B2C8-996A3FC41250}" type="presParOf" srcId="{7FA4DF7F-F607-4ABB-868B-09A1F397F0A1}" destId="{D8A8418B-C922-4E88-BA9E-E28E0462165E}" srcOrd="4" destOrd="0" presId="urn:microsoft.com/office/officeart/2005/8/layout/vList2"/>
    <dgm:cxn modelId="{351112D8-3574-43B1-9283-3D4BC1AF047E}" type="presParOf" srcId="{7FA4DF7F-F607-4ABB-868B-09A1F397F0A1}" destId="{EA2E44C6-3FA9-4F32-9BFF-EEA77A72DE87}" srcOrd="5" destOrd="0" presId="urn:microsoft.com/office/officeart/2005/8/layout/vList2"/>
    <dgm:cxn modelId="{722B3198-1E18-427D-BE53-E45B38D14859}" type="presParOf" srcId="{7FA4DF7F-F607-4ABB-868B-09A1F397F0A1}" destId="{AADBBEBA-51EA-4454-800C-95248626C96C}" srcOrd="6" destOrd="0" presId="urn:microsoft.com/office/officeart/2005/8/layout/vList2"/>
    <dgm:cxn modelId="{7ACA6BFB-64E8-4847-9B23-F38C3F7423CE}" type="presParOf" srcId="{7FA4DF7F-F607-4ABB-868B-09A1F397F0A1}" destId="{3D50EB70-4AD3-4E0A-95B2-1612D53E6456}" srcOrd="7" destOrd="0" presId="urn:microsoft.com/office/officeart/2005/8/layout/vList2"/>
    <dgm:cxn modelId="{E8FD9401-E5EC-46E7-AB51-5A900311A241}" type="presParOf" srcId="{7FA4DF7F-F607-4ABB-868B-09A1F397F0A1}" destId="{E80F868E-D5D9-4361-8DEB-D46ED10D5FE3}" srcOrd="8" destOrd="0" presId="urn:microsoft.com/office/officeart/2005/8/layout/vList2"/>
    <dgm:cxn modelId="{4FE649EC-F520-4FCC-8517-AA9B8A92188D}" type="presParOf" srcId="{7FA4DF7F-F607-4ABB-868B-09A1F397F0A1}" destId="{7AA07842-84F4-4CEF-A748-3BCECF1C27D5}" srcOrd="9" destOrd="0" presId="urn:microsoft.com/office/officeart/2005/8/layout/vList2"/>
    <dgm:cxn modelId="{CDB57B4D-D6AE-4C68-BB84-4A66AD1349F4}" type="presParOf" srcId="{7FA4DF7F-F607-4ABB-868B-09A1F397F0A1}" destId="{067A929F-1F4C-46BB-9834-968E5F4CCD9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645784B-2B81-4219-B51C-577CFAEB3DB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D4CAEB7-5338-4D9C-9C4C-7D451A4FB078}">
      <dgm:prSet/>
      <dgm:spPr/>
      <dgm:t>
        <a:bodyPr/>
        <a:lstStyle/>
        <a:p>
          <a:r>
            <a:rPr lang="en-US"/>
            <a:t>users – id, username, email, password, is_admin, created_at</a:t>
          </a:r>
        </a:p>
      </dgm:t>
    </dgm:pt>
    <dgm:pt modelId="{3FB574F8-D420-4A8B-8657-6C1A451C3108}" type="parTrans" cxnId="{559C368B-51B6-4962-873C-8D8A5BFAFBEC}">
      <dgm:prSet/>
      <dgm:spPr/>
      <dgm:t>
        <a:bodyPr/>
        <a:lstStyle/>
        <a:p>
          <a:endParaRPr lang="en-US"/>
        </a:p>
      </dgm:t>
    </dgm:pt>
    <dgm:pt modelId="{4F38428F-FD13-4597-BEFB-C0ED03CC1CE9}" type="sibTrans" cxnId="{559C368B-51B6-4962-873C-8D8A5BFAFBEC}">
      <dgm:prSet/>
      <dgm:spPr/>
      <dgm:t>
        <a:bodyPr/>
        <a:lstStyle/>
        <a:p>
          <a:endParaRPr lang="en-US"/>
        </a:p>
      </dgm:t>
    </dgm:pt>
    <dgm:pt modelId="{5361B23A-48AC-408D-BD56-312315E57C34}">
      <dgm:prSet/>
      <dgm:spPr/>
      <dgm:t>
        <a:bodyPr/>
        <a:lstStyle/>
        <a:p>
          <a:r>
            <a:rPr lang="en-US"/>
            <a:t>shoes – id, name, description, price, image_url, image2, image3, created_at</a:t>
          </a:r>
        </a:p>
      </dgm:t>
    </dgm:pt>
    <dgm:pt modelId="{0D2247CF-7E85-4D86-B416-E5FE93DFCD92}" type="parTrans" cxnId="{370C6DC1-A45F-4C25-A9BA-7BA5F46BD6F4}">
      <dgm:prSet/>
      <dgm:spPr/>
      <dgm:t>
        <a:bodyPr/>
        <a:lstStyle/>
        <a:p>
          <a:endParaRPr lang="en-US"/>
        </a:p>
      </dgm:t>
    </dgm:pt>
    <dgm:pt modelId="{11952E7C-D9F1-4A9B-B460-83FD37A024F3}" type="sibTrans" cxnId="{370C6DC1-A45F-4C25-A9BA-7BA5F46BD6F4}">
      <dgm:prSet/>
      <dgm:spPr/>
      <dgm:t>
        <a:bodyPr/>
        <a:lstStyle/>
        <a:p>
          <a:endParaRPr lang="en-US"/>
        </a:p>
      </dgm:t>
    </dgm:pt>
    <dgm:pt modelId="{28B2CEB6-2C14-4A90-9EA8-4E76E7F506A9}">
      <dgm:prSet/>
      <dgm:spPr/>
      <dgm:t>
        <a:bodyPr/>
        <a:lstStyle/>
        <a:p>
          <a:r>
            <a:rPr lang="en-US"/>
            <a:t>A jelszó hash-elve tárolódik.</a:t>
          </a:r>
        </a:p>
      </dgm:t>
    </dgm:pt>
    <dgm:pt modelId="{6FB0B94D-9F8C-4287-BAA6-71780429CF86}" type="parTrans" cxnId="{52AD6D67-AD61-4751-B8B0-FE2231622D7F}">
      <dgm:prSet/>
      <dgm:spPr/>
      <dgm:t>
        <a:bodyPr/>
        <a:lstStyle/>
        <a:p>
          <a:endParaRPr lang="en-US"/>
        </a:p>
      </dgm:t>
    </dgm:pt>
    <dgm:pt modelId="{B4DB5178-B7B1-4197-A090-5E6205FE4F56}" type="sibTrans" cxnId="{52AD6D67-AD61-4751-B8B0-FE2231622D7F}">
      <dgm:prSet/>
      <dgm:spPr/>
      <dgm:t>
        <a:bodyPr/>
        <a:lstStyle/>
        <a:p>
          <a:endParaRPr lang="en-US"/>
        </a:p>
      </dgm:t>
    </dgm:pt>
    <dgm:pt modelId="{6CB5198E-2E34-468C-8948-8824ECE229E1}" type="pres">
      <dgm:prSet presAssocID="{5645784B-2B81-4219-B51C-577CFAEB3DB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DA52CDD-481E-4B57-9369-FE3C830F5EC1}" type="pres">
      <dgm:prSet presAssocID="{8D4CAEB7-5338-4D9C-9C4C-7D451A4FB078}" presName="hierRoot1" presStyleCnt="0"/>
      <dgm:spPr/>
    </dgm:pt>
    <dgm:pt modelId="{84B5D5D2-A88A-4F08-9681-B9C20F0ED2E4}" type="pres">
      <dgm:prSet presAssocID="{8D4CAEB7-5338-4D9C-9C4C-7D451A4FB078}" presName="composite" presStyleCnt="0"/>
      <dgm:spPr/>
    </dgm:pt>
    <dgm:pt modelId="{4E8D7D75-26D3-4506-82D7-9ECBA1558C48}" type="pres">
      <dgm:prSet presAssocID="{8D4CAEB7-5338-4D9C-9C4C-7D451A4FB078}" presName="background" presStyleLbl="node0" presStyleIdx="0" presStyleCnt="3"/>
      <dgm:spPr/>
    </dgm:pt>
    <dgm:pt modelId="{01A4E207-C77C-4137-8138-22953510F70E}" type="pres">
      <dgm:prSet presAssocID="{8D4CAEB7-5338-4D9C-9C4C-7D451A4FB078}" presName="text" presStyleLbl="fgAcc0" presStyleIdx="0" presStyleCnt="3">
        <dgm:presLayoutVars>
          <dgm:chPref val="3"/>
        </dgm:presLayoutVars>
      </dgm:prSet>
      <dgm:spPr/>
    </dgm:pt>
    <dgm:pt modelId="{40FFA521-98D8-4CB3-B716-4C11DCF897FF}" type="pres">
      <dgm:prSet presAssocID="{8D4CAEB7-5338-4D9C-9C4C-7D451A4FB078}" presName="hierChild2" presStyleCnt="0"/>
      <dgm:spPr/>
    </dgm:pt>
    <dgm:pt modelId="{D61BE64E-AA11-41D6-80B0-C0ED2A4F03CB}" type="pres">
      <dgm:prSet presAssocID="{5361B23A-48AC-408D-BD56-312315E57C34}" presName="hierRoot1" presStyleCnt="0"/>
      <dgm:spPr/>
    </dgm:pt>
    <dgm:pt modelId="{BF449CF4-7220-4E1A-8361-A2E346752C0D}" type="pres">
      <dgm:prSet presAssocID="{5361B23A-48AC-408D-BD56-312315E57C34}" presName="composite" presStyleCnt="0"/>
      <dgm:spPr/>
    </dgm:pt>
    <dgm:pt modelId="{6C784F5F-2DC8-434C-8031-6631CA3D5C59}" type="pres">
      <dgm:prSet presAssocID="{5361B23A-48AC-408D-BD56-312315E57C34}" presName="background" presStyleLbl="node0" presStyleIdx="1" presStyleCnt="3"/>
      <dgm:spPr/>
    </dgm:pt>
    <dgm:pt modelId="{407DAE83-3C4F-43AB-8859-1AECFD2ED953}" type="pres">
      <dgm:prSet presAssocID="{5361B23A-48AC-408D-BD56-312315E57C34}" presName="text" presStyleLbl="fgAcc0" presStyleIdx="1" presStyleCnt="3">
        <dgm:presLayoutVars>
          <dgm:chPref val="3"/>
        </dgm:presLayoutVars>
      </dgm:prSet>
      <dgm:spPr/>
    </dgm:pt>
    <dgm:pt modelId="{0F9B216B-9772-4436-83FE-BB271B45DD75}" type="pres">
      <dgm:prSet presAssocID="{5361B23A-48AC-408D-BD56-312315E57C34}" presName="hierChild2" presStyleCnt="0"/>
      <dgm:spPr/>
    </dgm:pt>
    <dgm:pt modelId="{54997ADB-0ACB-4C14-9EB4-F43728B61F74}" type="pres">
      <dgm:prSet presAssocID="{28B2CEB6-2C14-4A90-9EA8-4E76E7F506A9}" presName="hierRoot1" presStyleCnt="0"/>
      <dgm:spPr/>
    </dgm:pt>
    <dgm:pt modelId="{3B2D6EC0-9B0F-42C3-B350-9FA21187EFC5}" type="pres">
      <dgm:prSet presAssocID="{28B2CEB6-2C14-4A90-9EA8-4E76E7F506A9}" presName="composite" presStyleCnt="0"/>
      <dgm:spPr/>
    </dgm:pt>
    <dgm:pt modelId="{15798CA0-01EC-49D5-98FB-A8C58208C612}" type="pres">
      <dgm:prSet presAssocID="{28B2CEB6-2C14-4A90-9EA8-4E76E7F506A9}" presName="background" presStyleLbl="node0" presStyleIdx="2" presStyleCnt="3"/>
      <dgm:spPr/>
    </dgm:pt>
    <dgm:pt modelId="{152B288E-6700-43B3-BD19-41456E7965CE}" type="pres">
      <dgm:prSet presAssocID="{28B2CEB6-2C14-4A90-9EA8-4E76E7F506A9}" presName="text" presStyleLbl="fgAcc0" presStyleIdx="2" presStyleCnt="3">
        <dgm:presLayoutVars>
          <dgm:chPref val="3"/>
        </dgm:presLayoutVars>
      </dgm:prSet>
      <dgm:spPr/>
    </dgm:pt>
    <dgm:pt modelId="{0BAECC64-CB85-4B2D-98F9-6029137FDAC9}" type="pres">
      <dgm:prSet presAssocID="{28B2CEB6-2C14-4A90-9EA8-4E76E7F506A9}" presName="hierChild2" presStyleCnt="0"/>
      <dgm:spPr/>
    </dgm:pt>
  </dgm:ptLst>
  <dgm:cxnLst>
    <dgm:cxn modelId="{9E437013-BDB7-4968-82E3-A2617DC1F6BB}" type="presOf" srcId="{28B2CEB6-2C14-4A90-9EA8-4E76E7F506A9}" destId="{152B288E-6700-43B3-BD19-41456E7965CE}" srcOrd="0" destOrd="0" presId="urn:microsoft.com/office/officeart/2005/8/layout/hierarchy1"/>
    <dgm:cxn modelId="{F50E6330-9FE6-478E-BD39-F1CAF82F1789}" type="presOf" srcId="{5645784B-2B81-4219-B51C-577CFAEB3DB0}" destId="{6CB5198E-2E34-468C-8948-8824ECE229E1}" srcOrd="0" destOrd="0" presId="urn:microsoft.com/office/officeart/2005/8/layout/hierarchy1"/>
    <dgm:cxn modelId="{52AD6D67-AD61-4751-B8B0-FE2231622D7F}" srcId="{5645784B-2B81-4219-B51C-577CFAEB3DB0}" destId="{28B2CEB6-2C14-4A90-9EA8-4E76E7F506A9}" srcOrd="2" destOrd="0" parTransId="{6FB0B94D-9F8C-4287-BAA6-71780429CF86}" sibTransId="{B4DB5178-B7B1-4197-A090-5E6205FE4F56}"/>
    <dgm:cxn modelId="{D85EF658-322B-4C42-A8E8-502B0727183A}" type="presOf" srcId="{5361B23A-48AC-408D-BD56-312315E57C34}" destId="{407DAE83-3C4F-43AB-8859-1AECFD2ED953}" srcOrd="0" destOrd="0" presId="urn:microsoft.com/office/officeart/2005/8/layout/hierarchy1"/>
    <dgm:cxn modelId="{559C368B-51B6-4962-873C-8D8A5BFAFBEC}" srcId="{5645784B-2B81-4219-B51C-577CFAEB3DB0}" destId="{8D4CAEB7-5338-4D9C-9C4C-7D451A4FB078}" srcOrd="0" destOrd="0" parTransId="{3FB574F8-D420-4A8B-8657-6C1A451C3108}" sibTransId="{4F38428F-FD13-4597-BEFB-C0ED03CC1CE9}"/>
    <dgm:cxn modelId="{370C6DC1-A45F-4C25-A9BA-7BA5F46BD6F4}" srcId="{5645784B-2B81-4219-B51C-577CFAEB3DB0}" destId="{5361B23A-48AC-408D-BD56-312315E57C34}" srcOrd="1" destOrd="0" parTransId="{0D2247CF-7E85-4D86-B416-E5FE93DFCD92}" sibTransId="{11952E7C-D9F1-4A9B-B460-83FD37A024F3}"/>
    <dgm:cxn modelId="{9EE522C6-911E-4171-962B-CFDAA36EA689}" type="presOf" srcId="{8D4CAEB7-5338-4D9C-9C4C-7D451A4FB078}" destId="{01A4E207-C77C-4137-8138-22953510F70E}" srcOrd="0" destOrd="0" presId="urn:microsoft.com/office/officeart/2005/8/layout/hierarchy1"/>
    <dgm:cxn modelId="{8A2A040C-2117-4C75-9EED-6A4798B4F69A}" type="presParOf" srcId="{6CB5198E-2E34-468C-8948-8824ECE229E1}" destId="{9DA52CDD-481E-4B57-9369-FE3C830F5EC1}" srcOrd="0" destOrd="0" presId="urn:microsoft.com/office/officeart/2005/8/layout/hierarchy1"/>
    <dgm:cxn modelId="{1F36193F-CE9A-45C8-BFD7-0992C4749238}" type="presParOf" srcId="{9DA52CDD-481E-4B57-9369-FE3C830F5EC1}" destId="{84B5D5D2-A88A-4F08-9681-B9C20F0ED2E4}" srcOrd="0" destOrd="0" presId="urn:microsoft.com/office/officeart/2005/8/layout/hierarchy1"/>
    <dgm:cxn modelId="{0EB6330A-AF2A-4661-B208-62C652CFD9D4}" type="presParOf" srcId="{84B5D5D2-A88A-4F08-9681-B9C20F0ED2E4}" destId="{4E8D7D75-26D3-4506-82D7-9ECBA1558C48}" srcOrd="0" destOrd="0" presId="urn:microsoft.com/office/officeart/2005/8/layout/hierarchy1"/>
    <dgm:cxn modelId="{C01C05DF-B293-4636-8BAA-18EC62CE3C67}" type="presParOf" srcId="{84B5D5D2-A88A-4F08-9681-B9C20F0ED2E4}" destId="{01A4E207-C77C-4137-8138-22953510F70E}" srcOrd="1" destOrd="0" presId="urn:microsoft.com/office/officeart/2005/8/layout/hierarchy1"/>
    <dgm:cxn modelId="{7FDD01CC-058F-437B-9266-04B126C7B445}" type="presParOf" srcId="{9DA52CDD-481E-4B57-9369-FE3C830F5EC1}" destId="{40FFA521-98D8-4CB3-B716-4C11DCF897FF}" srcOrd="1" destOrd="0" presId="urn:microsoft.com/office/officeart/2005/8/layout/hierarchy1"/>
    <dgm:cxn modelId="{5AC29EFC-4F86-4AAE-86A1-59E19E3F82A5}" type="presParOf" srcId="{6CB5198E-2E34-468C-8948-8824ECE229E1}" destId="{D61BE64E-AA11-41D6-80B0-C0ED2A4F03CB}" srcOrd="1" destOrd="0" presId="urn:microsoft.com/office/officeart/2005/8/layout/hierarchy1"/>
    <dgm:cxn modelId="{EEC23F21-564F-4E12-A47F-3DBD377F3098}" type="presParOf" srcId="{D61BE64E-AA11-41D6-80B0-C0ED2A4F03CB}" destId="{BF449CF4-7220-4E1A-8361-A2E346752C0D}" srcOrd="0" destOrd="0" presId="urn:microsoft.com/office/officeart/2005/8/layout/hierarchy1"/>
    <dgm:cxn modelId="{6DAA9CC5-8AC3-4213-9241-C6B63A792124}" type="presParOf" srcId="{BF449CF4-7220-4E1A-8361-A2E346752C0D}" destId="{6C784F5F-2DC8-434C-8031-6631CA3D5C59}" srcOrd="0" destOrd="0" presId="urn:microsoft.com/office/officeart/2005/8/layout/hierarchy1"/>
    <dgm:cxn modelId="{DA9AE971-8AF6-4C16-BF5E-16DECDB0BA08}" type="presParOf" srcId="{BF449CF4-7220-4E1A-8361-A2E346752C0D}" destId="{407DAE83-3C4F-43AB-8859-1AECFD2ED953}" srcOrd="1" destOrd="0" presId="urn:microsoft.com/office/officeart/2005/8/layout/hierarchy1"/>
    <dgm:cxn modelId="{1BCC8E81-D89D-4521-AAC3-6AD7775E5E34}" type="presParOf" srcId="{D61BE64E-AA11-41D6-80B0-C0ED2A4F03CB}" destId="{0F9B216B-9772-4436-83FE-BB271B45DD75}" srcOrd="1" destOrd="0" presId="urn:microsoft.com/office/officeart/2005/8/layout/hierarchy1"/>
    <dgm:cxn modelId="{A1E00A32-79AD-4486-AFD7-6A5FF1DB9354}" type="presParOf" srcId="{6CB5198E-2E34-468C-8948-8824ECE229E1}" destId="{54997ADB-0ACB-4C14-9EB4-F43728B61F74}" srcOrd="2" destOrd="0" presId="urn:microsoft.com/office/officeart/2005/8/layout/hierarchy1"/>
    <dgm:cxn modelId="{5CCD7506-8B1E-4EEF-BFF5-5A1155B89B1C}" type="presParOf" srcId="{54997ADB-0ACB-4C14-9EB4-F43728B61F74}" destId="{3B2D6EC0-9B0F-42C3-B350-9FA21187EFC5}" srcOrd="0" destOrd="0" presId="urn:microsoft.com/office/officeart/2005/8/layout/hierarchy1"/>
    <dgm:cxn modelId="{FB30A706-47D0-4511-9ED5-BEDCE9F244C8}" type="presParOf" srcId="{3B2D6EC0-9B0F-42C3-B350-9FA21187EFC5}" destId="{15798CA0-01EC-49D5-98FB-A8C58208C612}" srcOrd="0" destOrd="0" presId="urn:microsoft.com/office/officeart/2005/8/layout/hierarchy1"/>
    <dgm:cxn modelId="{1418D3F0-1B7A-44C7-BF60-749A8C3D0F72}" type="presParOf" srcId="{3B2D6EC0-9B0F-42C3-B350-9FA21187EFC5}" destId="{152B288E-6700-43B3-BD19-41456E7965CE}" srcOrd="1" destOrd="0" presId="urn:microsoft.com/office/officeart/2005/8/layout/hierarchy1"/>
    <dgm:cxn modelId="{C72AE809-ECE8-4BFF-985C-173B908BD147}" type="presParOf" srcId="{54997ADB-0ACB-4C14-9EB4-F43728B61F74}" destId="{0BAECC64-CB85-4B2D-98F9-6029137FDAC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E4A679C-7399-4BED-BFF6-BC076753F21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8D625F2-74A7-4432-BE85-1BCD845F88C9}">
      <dgm:prSet/>
      <dgm:spPr/>
      <dgm:t>
        <a:bodyPr/>
        <a:lstStyle/>
        <a:p>
          <a:r>
            <a:rPr lang="en-US"/>
            <a:t>Funkciók:</a:t>
          </a:r>
        </a:p>
      </dgm:t>
    </dgm:pt>
    <dgm:pt modelId="{89D27795-5231-4422-B682-6108290540E2}" type="parTrans" cxnId="{02E41C08-7591-432A-8422-F5A0882DB227}">
      <dgm:prSet/>
      <dgm:spPr/>
      <dgm:t>
        <a:bodyPr/>
        <a:lstStyle/>
        <a:p>
          <a:endParaRPr lang="en-US"/>
        </a:p>
      </dgm:t>
    </dgm:pt>
    <dgm:pt modelId="{48901212-87FA-49C5-8624-31BBB7E86AA7}" type="sibTrans" cxnId="{02E41C08-7591-432A-8422-F5A0882DB227}">
      <dgm:prSet/>
      <dgm:spPr/>
      <dgm:t>
        <a:bodyPr/>
        <a:lstStyle/>
        <a:p>
          <a:endParaRPr lang="en-US"/>
        </a:p>
      </dgm:t>
    </dgm:pt>
    <dgm:pt modelId="{68E391C3-4620-4548-9803-BDA1FA4DEF52}">
      <dgm:prSet/>
      <dgm:spPr/>
      <dgm:t>
        <a:bodyPr/>
        <a:lstStyle/>
        <a:p>
          <a:r>
            <a:rPr lang="en-US"/>
            <a:t>Legutóbbi termékek megjelenítése, 12-esével oldalszámozva.</a:t>
          </a:r>
        </a:p>
      </dgm:t>
    </dgm:pt>
    <dgm:pt modelId="{92160900-8F64-4385-9250-B47FA6A15557}" type="parTrans" cxnId="{82177CC1-B27C-4B92-BED6-BBFF00925625}">
      <dgm:prSet/>
      <dgm:spPr/>
      <dgm:t>
        <a:bodyPr/>
        <a:lstStyle/>
        <a:p>
          <a:endParaRPr lang="en-US"/>
        </a:p>
      </dgm:t>
    </dgm:pt>
    <dgm:pt modelId="{31211EB9-FB9E-4F76-B807-962F9958F053}" type="sibTrans" cxnId="{82177CC1-B27C-4B92-BED6-BBFF00925625}">
      <dgm:prSet/>
      <dgm:spPr/>
      <dgm:t>
        <a:bodyPr/>
        <a:lstStyle/>
        <a:p>
          <a:endParaRPr lang="en-US"/>
        </a:p>
      </dgm:t>
    </dgm:pt>
    <dgm:pt modelId="{545D1BB7-E2CE-44A4-8EF1-93D5C4EAFFA7}">
      <dgm:prSet/>
      <dgm:spPr/>
      <dgm:t>
        <a:bodyPr/>
        <a:lstStyle/>
        <a:p>
          <a:r>
            <a:rPr lang="en-US"/>
            <a:t>Minden termékkártyán: kép, név, rövid leírás, ár.</a:t>
          </a:r>
        </a:p>
      </dgm:t>
    </dgm:pt>
    <dgm:pt modelId="{51484FF0-E67B-47B0-8B69-1601F064B92B}" type="parTrans" cxnId="{2AFA24F4-472C-4B1A-9B0A-6B911282BAA1}">
      <dgm:prSet/>
      <dgm:spPr/>
      <dgm:t>
        <a:bodyPr/>
        <a:lstStyle/>
        <a:p>
          <a:endParaRPr lang="en-US"/>
        </a:p>
      </dgm:t>
    </dgm:pt>
    <dgm:pt modelId="{06C04A79-2073-4B1D-B482-376EE7A59962}" type="sibTrans" cxnId="{2AFA24F4-472C-4B1A-9B0A-6B911282BAA1}">
      <dgm:prSet/>
      <dgm:spPr/>
      <dgm:t>
        <a:bodyPr/>
        <a:lstStyle/>
        <a:p>
          <a:endParaRPr lang="en-US"/>
        </a:p>
      </dgm:t>
    </dgm:pt>
    <dgm:pt modelId="{6BDC3162-CD14-4975-AE9C-7B6AD1FBE8B1}">
      <dgm:prSet/>
      <dgm:spPr/>
      <dgm:t>
        <a:bodyPr/>
        <a:lstStyle/>
        <a:p>
          <a:r>
            <a:rPr lang="en-US"/>
            <a:t>Gombok: "Részletek" (info ikon) és "Kosárba" (vagy bejelentkezésre ösztönző, ha nincs belépve).</a:t>
          </a:r>
        </a:p>
      </dgm:t>
    </dgm:pt>
    <dgm:pt modelId="{8406E749-00DB-4907-8203-1B5C1DC8E236}" type="parTrans" cxnId="{4D084DE9-8849-43D6-928F-FB4A2ECA9A17}">
      <dgm:prSet/>
      <dgm:spPr/>
      <dgm:t>
        <a:bodyPr/>
        <a:lstStyle/>
        <a:p>
          <a:endParaRPr lang="en-US"/>
        </a:p>
      </dgm:t>
    </dgm:pt>
    <dgm:pt modelId="{FFD716EF-77EF-44A8-9E2E-0240FF827309}" type="sibTrans" cxnId="{4D084DE9-8849-43D6-928F-FB4A2ECA9A17}">
      <dgm:prSet/>
      <dgm:spPr/>
      <dgm:t>
        <a:bodyPr/>
        <a:lstStyle/>
        <a:p>
          <a:endParaRPr lang="en-US"/>
        </a:p>
      </dgm:t>
    </dgm:pt>
    <dgm:pt modelId="{09FB6E17-3A1B-4CA5-BAA8-BD6C33C207F7}" type="pres">
      <dgm:prSet presAssocID="{7E4A679C-7399-4BED-BFF6-BC076753F214}" presName="linear" presStyleCnt="0">
        <dgm:presLayoutVars>
          <dgm:animLvl val="lvl"/>
          <dgm:resizeHandles val="exact"/>
        </dgm:presLayoutVars>
      </dgm:prSet>
      <dgm:spPr/>
    </dgm:pt>
    <dgm:pt modelId="{4A33923C-C362-45D8-8C8F-034F5DD61EEE}" type="pres">
      <dgm:prSet presAssocID="{38D625F2-74A7-4432-BE85-1BCD845F88C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818CE5E-C5A2-4867-B46D-14EE112E986A}" type="pres">
      <dgm:prSet presAssocID="{48901212-87FA-49C5-8624-31BBB7E86AA7}" presName="spacer" presStyleCnt="0"/>
      <dgm:spPr/>
    </dgm:pt>
    <dgm:pt modelId="{CAACB9AA-03AE-4566-90EA-E57F645197B5}" type="pres">
      <dgm:prSet presAssocID="{68E391C3-4620-4548-9803-BDA1FA4DEF5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8788EF8-F0F1-42E5-9798-EFF034F50B1C}" type="pres">
      <dgm:prSet presAssocID="{31211EB9-FB9E-4F76-B807-962F9958F053}" presName="spacer" presStyleCnt="0"/>
      <dgm:spPr/>
    </dgm:pt>
    <dgm:pt modelId="{B3DD2B30-0934-4D99-92C5-2073E7B3CE1E}" type="pres">
      <dgm:prSet presAssocID="{545D1BB7-E2CE-44A4-8EF1-93D5C4EAFFA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6D7C4CC-54FC-4BD6-A8E8-937879516C3A}" type="pres">
      <dgm:prSet presAssocID="{06C04A79-2073-4B1D-B482-376EE7A59962}" presName="spacer" presStyleCnt="0"/>
      <dgm:spPr/>
    </dgm:pt>
    <dgm:pt modelId="{8A764460-BDC8-4829-9B48-06E7A53C4528}" type="pres">
      <dgm:prSet presAssocID="{6BDC3162-CD14-4975-AE9C-7B6AD1FBE8B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2E41C08-7591-432A-8422-F5A0882DB227}" srcId="{7E4A679C-7399-4BED-BFF6-BC076753F214}" destId="{38D625F2-74A7-4432-BE85-1BCD845F88C9}" srcOrd="0" destOrd="0" parTransId="{89D27795-5231-4422-B682-6108290540E2}" sibTransId="{48901212-87FA-49C5-8624-31BBB7E86AA7}"/>
    <dgm:cxn modelId="{DA1A0A1A-2B1E-41DF-BCF3-18A604474C6F}" type="presOf" srcId="{7E4A679C-7399-4BED-BFF6-BC076753F214}" destId="{09FB6E17-3A1B-4CA5-BAA8-BD6C33C207F7}" srcOrd="0" destOrd="0" presId="urn:microsoft.com/office/officeart/2005/8/layout/vList2"/>
    <dgm:cxn modelId="{11D5FC5D-4780-443F-B240-4A864BECA60B}" type="presOf" srcId="{6BDC3162-CD14-4975-AE9C-7B6AD1FBE8B1}" destId="{8A764460-BDC8-4829-9B48-06E7A53C4528}" srcOrd="0" destOrd="0" presId="urn:microsoft.com/office/officeart/2005/8/layout/vList2"/>
    <dgm:cxn modelId="{80CA6F46-8838-44C3-A89B-C82574A183E8}" type="presOf" srcId="{68E391C3-4620-4548-9803-BDA1FA4DEF52}" destId="{CAACB9AA-03AE-4566-90EA-E57F645197B5}" srcOrd="0" destOrd="0" presId="urn:microsoft.com/office/officeart/2005/8/layout/vList2"/>
    <dgm:cxn modelId="{4CA92ABD-A044-4252-A96A-86CA0EE94144}" type="presOf" srcId="{38D625F2-74A7-4432-BE85-1BCD845F88C9}" destId="{4A33923C-C362-45D8-8C8F-034F5DD61EEE}" srcOrd="0" destOrd="0" presId="urn:microsoft.com/office/officeart/2005/8/layout/vList2"/>
    <dgm:cxn modelId="{82177CC1-B27C-4B92-BED6-BBFF00925625}" srcId="{7E4A679C-7399-4BED-BFF6-BC076753F214}" destId="{68E391C3-4620-4548-9803-BDA1FA4DEF52}" srcOrd="1" destOrd="0" parTransId="{92160900-8F64-4385-9250-B47FA6A15557}" sibTransId="{31211EB9-FB9E-4F76-B807-962F9958F053}"/>
    <dgm:cxn modelId="{C6C3A0D6-9306-4182-834A-A2C699B3CCAC}" type="presOf" srcId="{545D1BB7-E2CE-44A4-8EF1-93D5C4EAFFA7}" destId="{B3DD2B30-0934-4D99-92C5-2073E7B3CE1E}" srcOrd="0" destOrd="0" presId="urn:microsoft.com/office/officeart/2005/8/layout/vList2"/>
    <dgm:cxn modelId="{4D084DE9-8849-43D6-928F-FB4A2ECA9A17}" srcId="{7E4A679C-7399-4BED-BFF6-BC076753F214}" destId="{6BDC3162-CD14-4975-AE9C-7B6AD1FBE8B1}" srcOrd="3" destOrd="0" parTransId="{8406E749-00DB-4907-8203-1B5C1DC8E236}" sibTransId="{FFD716EF-77EF-44A8-9E2E-0240FF827309}"/>
    <dgm:cxn modelId="{2AFA24F4-472C-4B1A-9B0A-6B911282BAA1}" srcId="{7E4A679C-7399-4BED-BFF6-BC076753F214}" destId="{545D1BB7-E2CE-44A4-8EF1-93D5C4EAFFA7}" srcOrd="2" destOrd="0" parTransId="{51484FF0-E67B-47B0-8B69-1601F064B92B}" sibTransId="{06C04A79-2073-4B1D-B482-376EE7A59962}"/>
    <dgm:cxn modelId="{448E3996-01C9-4664-B2B6-CB6317F3C3D7}" type="presParOf" srcId="{09FB6E17-3A1B-4CA5-BAA8-BD6C33C207F7}" destId="{4A33923C-C362-45D8-8C8F-034F5DD61EEE}" srcOrd="0" destOrd="0" presId="urn:microsoft.com/office/officeart/2005/8/layout/vList2"/>
    <dgm:cxn modelId="{A9EAD205-AFA3-4516-84FB-1DA429E570DA}" type="presParOf" srcId="{09FB6E17-3A1B-4CA5-BAA8-BD6C33C207F7}" destId="{7818CE5E-C5A2-4867-B46D-14EE112E986A}" srcOrd="1" destOrd="0" presId="urn:microsoft.com/office/officeart/2005/8/layout/vList2"/>
    <dgm:cxn modelId="{9297598F-14D2-4DD2-8022-0EA4F7F79048}" type="presParOf" srcId="{09FB6E17-3A1B-4CA5-BAA8-BD6C33C207F7}" destId="{CAACB9AA-03AE-4566-90EA-E57F645197B5}" srcOrd="2" destOrd="0" presId="urn:microsoft.com/office/officeart/2005/8/layout/vList2"/>
    <dgm:cxn modelId="{0DF75BE7-B5BB-46B4-986C-2254354A6782}" type="presParOf" srcId="{09FB6E17-3A1B-4CA5-BAA8-BD6C33C207F7}" destId="{18788EF8-F0F1-42E5-9798-EFF034F50B1C}" srcOrd="3" destOrd="0" presId="urn:microsoft.com/office/officeart/2005/8/layout/vList2"/>
    <dgm:cxn modelId="{492E9EAD-94B8-4A7E-928B-6A1891CCA4C8}" type="presParOf" srcId="{09FB6E17-3A1B-4CA5-BAA8-BD6C33C207F7}" destId="{B3DD2B30-0934-4D99-92C5-2073E7B3CE1E}" srcOrd="4" destOrd="0" presId="urn:microsoft.com/office/officeart/2005/8/layout/vList2"/>
    <dgm:cxn modelId="{503EDB20-E764-4990-B561-83F437560CB0}" type="presParOf" srcId="{09FB6E17-3A1B-4CA5-BAA8-BD6C33C207F7}" destId="{C6D7C4CC-54FC-4BD6-A8E8-937879516C3A}" srcOrd="5" destOrd="0" presId="urn:microsoft.com/office/officeart/2005/8/layout/vList2"/>
    <dgm:cxn modelId="{171AC9A0-7F90-4E52-A7F1-B2943C336732}" type="presParOf" srcId="{09FB6E17-3A1B-4CA5-BAA8-BD6C33C207F7}" destId="{8A764460-BDC8-4829-9B48-06E7A53C452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367135C-7BAB-4111-B68B-272F3D563849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27942BC6-E6AC-4E3B-9078-139E98972CD6}">
      <dgm:prSet/>
      <dgm:spPr/>
      <dgm:t>
        <a:bodyPr/>
        <a:lstStyle/>
        <a:p>
          <a:r>
            <a:rPr lang="en-US"/>
            <a:t>Élő keresés: A fejlécben gépelve legördülő lista jelenik meg a találatokkal.</a:t>
          </a:r>
        </a:p>
      </dgm:t>
    </dgm:pt>
    <dgm:pt modelId="{3BF57F89-3460-4051-B183-684237B9336D}" type="parTrans" cxnId="{171C1FEE-D75E-4B02-BEDA-CD8F2CE0E0AC}">
      <dgm:prSet/>
      <dgm:spPr/>
      <dgm:t>
        <a:bodyPr/>
        <a:lstStyle/>
        <a:p>
          <a:endParaRPr lang="en-US"/>
        </a:p>
      </dgm:t>
    </dgm:pt>
    <dgm:pt modelId="{66F34184-D1B8-418C-98DF-82D912FC63EB}" type="sibTrans" cxnId="{171C1FEE-D75E-4B02-BEDA-CD8F2CE0E0AC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13C23355-AFC3-4E14-AC24-AA777D094901}">
      <dgm:prSet/>
      <dgm:spPr/>
      <dgm:t>
        <a:bodyPr/>
        <a:lstStyle/>
        <a:p>
          <a:r>
            <a:rPr lang="en-US"/>
            <a:t>Keresőoldal (search.php): Ha Entert nyomunk, egy külön oldalon megjelennek a találatok, oldalszámozással.</a:t>
          </a:r>
        </a:p>
      </dgm:t>
    </dgm:pt>
    <dgm:pt modelId="{A3ED6F8E-8974-492B-BBAA-25BBBE643F57}" type="parTrans" cxnId="{B7747DCF-5BD0-4A19-97B3-1BD215231748}">
      <dgm:prSet/>
      <dgm:spPr/>
      <dgm:t>
        <a:bodyPr/>
        <a:lstStyle/>
        <a:p>
          <a:endParaRPr lang="en-US"/>
        </a:p>
      </dgm:t>
    </dgm:pt>
    <dgm:pt modelId="{05A57FD9-2D15-441C-9A8D-4A88BE3030F9}" type="sibTrans" cxnId="{B7747DCF-5BD0-4A19-97B3-1BD21523174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477FE60-E1BE-4D23-AAD1-29A70A3AF2E1}">
      <dgm:prSet/>
      <dgm:spPr/>
      <dgm:t>
        <a:bodyPr/>
        <a:lstStyle/>
        <a:p>
          <a:r>
            <a:rPr lang="en-US"/>
            <a:t>Magyarázat: Az élő keresés AJAX-szal működik (filter_products.php), gyors és felhasználóbarát.</a:t>
          </a:r>
        </a:p>
      </dgm:t>
    </dgm:pt>
    <dgm:pt modelId="{CA57592A-0295-494A-9AA2-4A1D2EE73897}" type="parTrans" cxnId="{8DED90D2-DC8C-4264-A3E4-774146D8DEAD}">
      <dgm:prSet/>
      <dgm:spPr/>
      <dgm:t>
        <a:bodyPr/>
        <a:lstStyle/>
        <a:p>
          <a:endParaRPr lang="en-US"/>
        </a:p>
      </dgm:t>
    </dgm:pt>
    <dgm:pt modelId="{158709FD-59A2-4F7D-855E-23DD566BAC6B}" type="sibTrans" cxnId="{8DED90D2-DC8C-4264-A3E4-774146D8DEA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AF52A4D-0166-4765-B39F-9686C1B5C9A5}" type="pres">
      <dgm:prSet presAssocID="{2367135C-7BAB-4111-B68B-272F3D563849}" presName="Name0" presStyleCnt="0">
        <dgm:presLayoutVars>
          <dgm:animLvl val="lvl"/>
          <dgm:resizeHandles val="exact"/>
        </dgm:presLayoutVars>
      </dgm:prSet>
      <dgm:spPr/>
    </dgm:pt>
    <dgm:pt modelId="{AC10EAA9-EC00-46F5-BD11-A9553F63EB07}" type="pres">
      <dgm:prSet presAssocID="{27942BC6-E6AC-4E3B-9078-139E98972CD6}" presName="compositeNode" presStyleCnt="0">
        <dgm:presLayoutVars>
          <dgm:bulletEnabled val="1"/>
        </dgm:presLayoutVars>
      </dgm:prSet>
      <dgm:spPr/>
    </dgm:pt>
    <dgm:pt modelId="{22AF0C45-4E9E-407B-84F1-1270D1C49A57}" type="pres">
      <dgm:prSet presAssocID="{27942BC6-E6AC-4E3B-9078-139E98972CD6}" presName="bgRect" presStyleLbl="bgAccFollowNode1" presStyleIdx="0" presStyleCnt="3"/>
      <dgm:spPr/>
    </dgm:pt>
    <dgm:pt modelId="{61C93480-5256-47E2-8302-D927FBC4F289}" type="pres">
      <dgm:prSet presAssocID="{66F34184-D1B8-418C-98DF-82D912FC63EB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68FB27FC-5A26-410D-A40A-0A2A4AF66316}" type="pres">
      <dgm:prSet presAssocID="{27942BC6-E6AC-4E3B-9078-139E98972CD6}" presName="bottomLine" presStyleLbl="alignNode1" presStyleIdx="1" presStyleCnt="6">
        <dgm:presLayoutVars/>
      </dgm:prSet>
      <dgm:spPr/>
    </dgm:pt>
    <dgm:pt modelId="{EEE96A97-EF3E-4B65-8BCE-60180DC840D3}" type="pres">
      <dgm:prSet presAssocID="{27942BC6-E6AC-4E3B-9078-139E98972CD6}" presName="nodeText" presStyleLbl="bgAccFollowNode1" presStyleIdx="0" presStyleCnt="3">
        <dgm:presLayoutVars>
          <dgm:bulletEnabled val="1"/>
        </dgm:presLayoutVars>
      </dgm:prSet>
      <dgm:spPr/>
    </dgm:pt>
    <dgm:pt modelId="{2232B0FE-C3C9-49CA-A77B-17BB1DBFBA87}" type="pres">
      <dgm:prSet presAssocID="{66F34184-D1B8-418C-98DF-82D912FC63EB}" presName="sibTrans" presStyleCnt="0"/>
      <dgm:spPr/>
    </dgm:pt>
    <dgm:pt modelId="{B5B44F61-D450-4EF8-90BC-84B8FB2DCD9A}" type="pres">
      <dgm:prSet presAssocID="{13C23355-AFC3-4E14-AC24-AA777D094901}" presName="compositeNode" presStyleCnt="0">
        <dgm:presLayoutVars>
          <dgm:bulletEnabled val="1"/>
        </dgm:presLayoutVars>
      </dgm:prSet>
      <dgm:spPr/>
    </dgm:pt>
    <dgm:pt modelId="{077CED03-F581-4E37-8F12-01B75B98B94F}" type="pres">
      <dgm:prSet presAssocID="{13C23355-AFC3-4E14-AC24-AA777D094901}" presName="bgRect" presStyleLbl="bgAccFollowNode1" presStyleIdx="1" presStyleCnt="3"/>
      <dgm:spPr/>
    </dgm:pt>
    <dgm:pt modelId="{CAD680FE-565A-44BF-B398-95FF0406812F}" type="pres">
      <dgm:prSet presAssocID="{05A57FD9-2D15-441C-9A8D-4A88BE3030F9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9012B542-C21E-4713-AE72-E0BA24321569}" type="pres">
      <dgm:prSet presAssocID="{13C23355-AFC3-4E14-AC24-AA777D094901}" presName="bottomLine" presStyleLbl="alignNode1" presStyleIdx="3" presStyleCnt="6">
        <dgm:presLayoutVars/>
      </dgm:prSet>
      <dgm:spPr/>
    </dgm:pt>
    <dgm:pt modelId="{443B5066-BCC3-4049-9DDA-C775470120BD}" type="pres">
      <dgm:prSet presAssocID="{13C23355-AFC3-4E14-AC24-AA777D094901}" presName="nodeText" presStyleLbl="bgAccFollowNode1" presStyleIdx="1" presStyleCnt="3">
        <dgm:presLayoutVars>
          <dgm:bulletEnabled val="1"/>
        </dgm:presLayoutVars>
      </dgm:prSet>
      <dgm:spPr/>
    </dgm:pt>
    <dgm:pt modelId="{508D4F8F-7434-4741-9D3D-806C8DFBD330}" type="pres">
      <dgm:prSet presAssocID="{05A57FD9-2D15-441C-9A8D-4A88BE3030F9}" presName="sibTrans" presStyleCnt="0"/>
      <dgm:spPr/>
    </dgm:pt>
    <dgm:pt modelId="{6EA4A107-86B5-476F-878C-C573071B3E95}" type="pres">
      <dgm:prSet presAssocID="{2477FE60-E1BE-4D23-AAD1-29A70A3AF2E1}" presName="compositeNode" presStyleCnt="0">
        <dgm:presLayoutVars>
          <dgm:bulletEnabled val="1"/>
        </dgm:presLayoutVars>
      </dgm:prSet>
      <dgm:spPr/>
    </dgm:pt>
    <dgm:pt modelId="{C8948C96-378F-47E8-9809-3173264F525E}" type="pres">
      <dgm:prSet presAssocID="{2477FE60-E1BE-4D23-AAD1-29A70A3AF2E1}" presName="bgRect" presStyleLbl="bgAccFollowNode1" presStyleIdx="2" presStyleCnt="3"/>
      <dgm:spPr/>
    </dgm:pt>
    <dgm:pt modelId="{A52A5205-A261-4EC8-B77F-344BB97E9B64}" type="pres">
      <dgm:prSet presAssocID="{158709FD-59A2-4F7D-855E-23DD566BAC6B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C5C23FC9-A200-475E-933C-4838E718350D}" type="pres">
      <dgm:prSet presAssocID="{2477FE60-E1BE-4D23-AAD1-29A70A3AF2E1}" presName="bottomLine" presStyleLbl="alignNode1" presStyleIdx="5" presStyleCnt="6">
        <dgm:presLayoutVars/>
      </dgm:prSet>
      <dgm:spPr/>
    </dgm:pt>
    <dgm:pt modelId="{222AA2F3-1062-40EA-9B28-6078D352A1DC}" type="pres">
      <dgm:prSet presAssocID="{2477FE60-E1BE-4D23-AAD1-29A70A3AF2E1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A572C833-A3D7-46A7-AA34-36948659D44F}" type="presOf" srcId="{27942BC6-E6AC-4E3B-9078-139E98972CD6}" destId="{22AF0C45-4E9E-407B-84F1-1270D1C49A57}" srcOrd="0" destOrd="0" presId="urn:microsoft.com/office/officeart/2016/7/layout/BasicLinearProcessNumbered"/>
    <dgm:cxn modelId="{1DBA8A38-DB39-40DE-80C1-669E1E873B97}" type="presOf" srcId="{158709FD-59A2-4F7D-855E-23DD566BAC6B}" destId="{A52A5205-A261-4EC8-B77F-344BB97E9B64}" srcOrd="0" destOrd="0" presId="urn:microsoft.com/office/officeart/2016/7/layout/BasicLinearProcessNumbered"/>
    <dgm:cxn modelId="{157E663E-D8A5-4110-B118-2973327EC1C7}" type="presOf" srcId="{2477FE60-E1BE-4D23-AAD1-29A70A3AF2E1}" destId="{C8948C96-378F-47E8-9809-3173264F525E}" srcOrd="0" destOrd="0" presId="urn:microsoft.com/office/officeart/2016/7/layout/BasicLinearProcessNumbered"/>
    <dgm:cxn modelId="{10688B52-B69D-4F18-B3FF-9C4FCC90EBBE}" type="presOf" srcId="{2477FE60-E1BE-4D23-AAD1-29A70A3AF2E1}" destId="{222AA2F3-1062-40EA-9B28-6078D352A1DC}" srcOrd="1" destOrd="0" presId="urn:microsoft.com/office/officeart/2016/7/layout/BasicLinearProcessNumbered"/>
    <dgm:cxn modelId="{5F31B158-4181-4E1A-A2B4-F57BAA957B20}" type="presOf" srcId="{27942BC6-E6AC-4E3B-9078-139E98972CD6}" destId="{EEE96A97-EF3E-4B65-8BCE-60180DC840D3}" srcOrd="1" destOrd="0" presId="urn:microsoft.com/office/officeart/2016/7/layout/BasicLinearProcessNumbered"/>
    <dgm:cxn modelId="{78F4DAA2-93D8-456F-84A2-C60AB829F2DC}" type="presOf" srcId="{05A57FD9-2D15-441C-9A8D-4A88BE3030F9}" destId="{CAD680FE-565A-44BF-B398-95FF0406812F}" srcOrd="0" destOrd="0" presId="urn:microsoft.com/office/officeart/2016/7/layout/BasicLinearProcessNumbered"/>
    <dgm:cxn modelId="{DC4ACAC8-2575-4497-A057-5D430F3EEEF7}" type="presOf" srcId="{13C23355-AFC3-4E14-AC24-AA777D094901}" destId="{443B5066-BCC3-4049-9DDA-C775470120BD}" srcOrd="1" destOrd="0" presId="urn:microsoft.com/office/officeart/2016/7/layout/BasicLinearProcessNumbered"/>
    <dgm:cxn modelId="{B7747DCF-5BD0-4A19-97B3-1BD215231748}" srcId="{2367135C-7BAB-4111-B68B-272F3D563849}" destId="{13C23355-AFC3-4E14-AC24-AA777D094901}" srcOrd="1" destOrd="0" parTransId="{A3ED6F8E-8974-492B-BBAA-25BBBE643F57}" sibTransId="{05A57FD9-2D15-441C-9A8D-4A88BE3030F9}"/>
    <dgm:cxn modelId="{8DED90D2-DC8C-4264-A3E4-774146D8DEAD}" srcId="{2367135C-7BAB-4111-B68B-272F3D563849}" destId="{2477FE60-E1BE-4D23-AAD1-29A70A3AF2E1}" srcOrd="2" destOrd="0" parTransId="{CA57592A-0295-494A-9AA2-4A1D2EE73897}" sibTransId="{158709FD-59A2-4F7D-855E-23DD566BAC6B}"/>
    <dgm:cxn modelId="{171C1FEE-D75E-4B02-BEDA-CD8F2CE0E0AC}" srcId="{2367135C-7BAB-4111-B68B-272F3D563849}" destId="{27942BC6-E6AC-4E3B-9078-139E98972CD6}" srcOrd="0" destOrd="0" parTransId="{3BF57F89-3460-4051-B183-684237B9336D}" sibTransId="{66F34184-D1B8-418C-98DF-82D912FC63EB}"/>
    <dgm:cxn modelId="{79B154FB-69DE-4E7D-AA3E-A91131A77E4B}" type="presOf" srcId="{2367135C-7BAB-4111-B68B-272F3D563849}" destId="{1AF52A4D-0166-4765-B39F-9686C1B5C9A5}" srcOrd="0" destOrd="0" presId="urn:microsoft.com/office/officeart/2016/7/layout/BasicLinearProcessNumbered"/>
    <dgm:cxn modelId="{8A87DFFD-8C4F-4215-A728-513FE067C821}" type="presOf" srcId="{66F34184-D1B8-418C-98DF-82D912FC63EB}" destId="{61C93480-5256-47E2-8302-D927FBC4F289}" srcOrd="0" destOrd="0" presId="urn:microsoft.com/office/officeart/2016/7/layout/BasicLinearProcessNumbered"/>
    <dgm:cxn modelId="{9160AEFF-14A5-4DEB-ACAC-EDC0626A6FFC}" type="presOf" srcId="{13C23355-AFC3-4E14-AC24-AA777D094901}" destId="{077CED03-F581-4E37-8F12-01B75B98B94F}" srcOrd="0" destOrd="0" presId="urn:microsoft.com/office/officeart/2016/7/layout/BasicLinearProcessNumbered"/>
    <dgm:cxn modelId="{E53C78BF-5CFF-40E0-B78B-5482B0C94944}" type="presParOf" srcId="{1AF52A4D-0166-4765-B39F-9686C1B5C9A5}" destId="{AC10EAA9-EC00-46F5-BD11-A9553F63EB07}" srcOrd="0" destOrd="0" presId="urn:microsoft.com/office/officeart/2016/7/layout/BasicLinearProcessNumbered"/>
    <dgm:cxn modelId="{5BA6BC07-4208-4118-8DD5-447B19DA3F2F}" type="presParOf" srcId="{AC10EAA9-EC00-46F5-BD11-A9553F63EB07}" destId="{22AF0C45-4E9E-407B-84F1-1270D1C49A57}" srcOrd="0" destOrd="0" presId="urn:microsoft.com/office/officeart/2016/7/layout/BasicLinearProcessNumbered"/>
    <dgm:cxn modelId="{7EEACAC8-56C2-4DF2-8444-A40ACE7FC486}" type="presParOf" srcId="{AC10EAA9-EC00-46F5-BD11-A9553F63EB07}" destId="{61C93480-5256-47E2-8302-D927FBC4F289}" srcOrd="1" destOrd="0" presId="urn:microsoft.com/office/officeart/2016/7/layout/BasicLinearProcessNumbered"/>
    <dgm:cxn modelId="{25194314-554B-4A87-AF05-9B38AAA7FED5}" type="presParOf" srcId="{AC10EAA9-EC00-46F5-BD11-A9553F63EB07}" destId="{68FB27FC-5A26-410D-A40A-0A2A4AF66316}" srcOrd="2" destOrd="0" presId="urn:microsoft.com/office/officeart/2016/7/layout/BasicLinearProcessNumbered"/>
    <dgm:cxn modelId="{F2027739-6BF6-42CC-A848-78B01755039F}" type="presParOf" srcId="{AC10EAA9-EC00-46F5-BD11-A9553F63EB07}" destId="{EEE96A97-EF3E-4B65-8BCE-60180DC840D3}" srcOrd="3" destOrd="0" presId="urn:microsoft.com/office/officeart/2016/7/layout/BasicLinearProcessNumbered"/>
    <dgm:cxn modelId="{11FDEFBC-1B35-4EDA-8725-2A9807E011A2}" type="presParOf" srcId="{1AF52A4D-0166-4765-B39F-9686C1B5C9A5}" destId="{2232B0FE-C3C9-49CA-A77B-17BB1DBFBA87}" srcOrd="1" destOrd="0" presId="urn:microsoft.com/office/officeart/2016/7/layout/BasicLinearProcessNumbered"/>
    <dgm:cxn modelId="{B1DBC9FE-F833-49BB-B320-9C7B78EC32A3}" type="presParOf" srcId="{1AF52A4D-0166-4765-B39F-9686C1B5C9A5}" destId="{B5B44F61-D450-4EF8-90BC-84B8FB2DCD9A}" srcOrd="2" destOrd="0" presId="urn:microsoft.com/office/officeart/2016/7/layout/BasicLinearProcessNumbered"/>
    <dgm:cxn modelId="{D6C8874C-150C-4BCF-8515-9DFBD4492ABB}" type="presParOf" srcId="{B5B44F61-D450-4EF8-90BC-84B8FB2DCD9A}" destId="{077CED03-F581-4E37-8F12-01B75B98B94F}" srcOrd="0" destOrd="0" presId="urn:microsoft.com/office/officeart/2016/7/layout/BasicLinearProcessNumbered"/>
    <dgm:cxn modelId="{1E1B386D-B2DC-4A1E-9C19-5017F6019011}" type="presParOf" srcId="{B5B44F61-D450-4EF8-90BC-84B8FB2DCD9A}" destId="{CAD680FE-565A-44BF-B398-95FF0406812F}" srcOrd="1" destOrd="0" presId="urn:microsoft.com/office/officeart/2016/7/layout/BasicLinearProcessNumbered"/>
    <dgm:cxn modelId="{5D3819D3-2289-40E3-A106-0A46E2E5FE6F}" type="presParOf" srcId="{B5B44F61-D450-4EF8-90BC-84B8FB2DCD9A}" destId="{9012B542-C21E-4713-AE72-E0BA24321569}" srcOrd="2" destOrd="0" presId="urn:microsoft.com/office/officeart/2016/7/layout/BasicLinearProcessNumbered"/>
    <dgm:cxn modelId="{FE0E094F-0FD8-4E8F-AE2C-4EF6A3379512}" type="presParOf" srcId="{B5B44F61-D450-4EF8-90BC-84B8FB2DCD9A}" destId="{443B5066-BCC3-4049-9DDA-C775470120BD}" srcOrd="3" destOrd="0" presId="urn:microsoft.com/office/officeart/2016/7/layout/BasicLinearProcessNumbered"/>
    <dgm:cxn modelId="{8A7FCB99-B43B-48AA-8C04-7DF134E8E2EB}" type="presParOf" srcId="{1AF52A4D-0166-4765-B39F-9686C1B5C9A5}" destId="{508D4F8F-7434-4741-9D3D-806C8DFBD330}" srcOrd="3" destOrd="0" presId="urn:microsoft.com/office/officeart/2016/7/layout/BasicLinearProcessNumbered"/>
    <dgm:cxn modelId="{50DE4383-A3D5-4CAB-B7ED-161D2E3917AA}" type="presParOf" srcId="{1AF52A4D-0166-4765-B39F-9686C1B5C9A5}" destId="{6EA4A107-86B5-476F-878C-C573071B3E95}" srcOrd="4" destOrd="0" presId="urn:microsoft.com/office/officeart/2016/7/layout/BasicLinearProcessNumbered"/>
    <dgm:cxn modelId="{8BC45D61-ECB0-4C02-BCF5-886C935724C1}" type="presParOf" srcId="{6EA4A107-86B5-476F-878C-C573071B3E95}" destId="{C8948C96-378F-47E8-9809-3173264F525E}" srcOrd="0" destOrd="0" presId="urn:microsoft.com/office/officeart/2016/7/layout/BasicLinearProcessNumbered"/>
    <dgm:cxn modelId="{CE6A5540-2AEF-4FFD-AFED-E727DD8B974C}" type="presParOf" srcId="{6EA4A107-86B5-476F-878C-C573071B3E95}" destId="{A52A5205-A261-4EC8-B77F-344BB97E9B64}" srcOrd="1" destOrd="0" presId="urn:microsoft.com/office/officeart/2016/7/layout/BasicLinearProcessNumbered"/>
    <dgm:cxn modelId="{8E9AEF00-0A46-46BF-A5CF-EEB152E343EE}" type="presParOf" srcId="{6EA4A107-86B5-476F-878C-C573071B3E95}" destId="{C5C23FC9-A200-475E-933C-4838E718350D}" srcOrd="2" destOrd="0" presId="urn:microsoft.com/office/officeart/2016/7/layout/BasicLinearProcessNumbered"/>
    <dgm:cxn modelId="{92C86F1D-2FBD-493E-AC5B-63BA23845CD3}" type="presParOf" srcId="{6EA4A107-86B5-476F-878C-C573071B3E95}" destId="{222AA2F3-1062-40EA-9B28-6078D352A1DC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E652A66-3134-402E-9200-75EB75EF206D}" type="doc">
      <dgm:prSet loTypeId="urn:microsoft.com/office/officeart/2005/8/layout/vList5" loCatId="list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E7A8D105-B5CC-4EB9-985C-2FAD886FC89B}">
      <dgm:prSet/>
      <dgm:spPr/>
      <dgm:t>
        <a:bodyPr/>
        <a:lstStyle/>
        <a:p>
          <a:r>
            <a:rPr lang="en-US"/>
            <a:t>Bejelentkezett felhasználók kommentet írhatnak (űrlap).</a:t>
          </a:r>
        </a:p>
      </dgm:t>
    </dgm:pt>
    <dgm:pt modelId="{362A910B-1089-426A-91E9-EECFF15E41CB}" type="parTrans" cxnId="{7D8CB3DF-0058-49BA-9E54-D3A329AD480B}">
      <dgm:prSet/>
      <dgm:spPr/>
      <dgm:t>
        <a:bodyPr/>
        <a:lstStyle/>
        <a:p>
          <a:endParaRPr lang="en-US"/>
        </a:p>
      </dgm:t>
    </dgm:pt>
    <dgm:pt modelId="{C80EDF97-66DB-4D76-9B66-192CA4358466}" type="sibTrans" cxnId="{7D8CB3DF-0058-49BA-9E54-D3A329AD480B}">
      <dgm:prSet/>
      <dgm:spPr/>
      <dgm:t>
        <a:bodyPr/>
        <a:lstStyle/>
        <a:p>
          <a:endParaRPr lang="en-US"/>
        </a:p>
      </dgm:t>
    </dgm:pt>
    <dgm:pt modelId="{57DFCBC6-1DF6-434A-9EC1-34D1873CBD11}">
      <dgm:prSet/>
      <dgm:spPr/>
      <dgm:t>
        <a:bodyPr/>
        <a:lstStyle/>
        <a:p>
          <a:r>
            <a:rPr lang="en-US"/>
            <a:t>Kijelentkezett felhasználók csak olvashatják a kommenteket, és egy üzenet hívja fel figyelmüket a bejelentkezésre.</a:t>
          </a:r>
        </a:p>
      </dgm:t>
    </dgm:pt>
    <dgm:pt modelId="{9715F9F2-4705-41EE-B80F-0896399488E7}" type="parTrans" cxnId="{8B1746D1-A150-4EED-8273-274ADC1305AF}">
      <dgm:prSet/>
      <dgm:spPr/>
      <dgm:t>
        <a:bodyPr/>
        <a:lstStyle/>
        <a:p>
          <a:endParaRPr lang="en-US"/>
        </a:p>
      </dgm:t>
    </dgm:pt>
    <dgm:pt modelId="{51E31BF3-8726-44EB-959F-82A9070D3D4D}" type="sibTrans" cxnId="{8B1746D1-A150-4EED-8273-274ADC1305AF}">
      <dgm:prSet/>
      <dgm:spPr/>
      <dgm:t>
        <a:bodyPr/>
        <a:lstStyle/>
        <a:p>
          <a:endParaRPr lang="en-US"/>
        </a:p>
      </dgm:t>
    </dgm:pt>
    <dgm:pt modelId="{26F51470-978B-4FD9-8A52-94355D680373}">
      <dgm:prSet/>
      <dgm:spPr/>
      <dgm:t>
        <a:bodyPr/>
        <a:lstStyle/>
        <a:p>
          <a:r>
            <a:rPr lang="en-US"/>
            <a:t>A kommentek időrendben (újabbak felül) jelennek meg, a szerző nevével és dátumával.</a:t>
          </a:r>
        </a:p>
      </dgm:t>
    </dgm:pt>
    <dgm:pt modelId="{72D8049F-6760-4957-8CA4-54314A78FC7B}" type="parTrans" cxnId="{1F40979C-C089-4CBA-9312-0B460B1E6431}">
      <dgm:prSet/>
      <dgm:spPr/>
      <dgm:t>
        <a:bodyPr/>
        <a:lstStyle/>
        <a:p>
          <a:endParaRPr lang="en-US"/>
        </a:p>
      </dgm:t>
    </dgm:pt>
    <dgm:pt modelId="{4183E3AA-DF23-4D78-AB56-52BE3A2F8110}" type="sibTrans" cxnId="{1F40979C-C089-4CBA-9312-0B460B1E6431}">
      <dgm:prSet/>
      <dgm:spPr/>
      <dgm:t>
        <a:bodyPr/>
        <a:lstStyle/>
        <a:p>
          <a:endParaRPr lang="en-US"/>
        </a:p>
      </dgm:t>
    </dgm:pt>
    <dgm:pt modelId="{7CD890EC-C20C-4E7B-96F0-0CF75A4DDCCF}">
      <dgm:prSet/>
      <dgm:spPr/>
      <dgm:t>
        <a:bodyPr/>
        <a:lstStyle/>
        <a:p>
          <a:r>
            <a:rPr lang="en-US"/>
            <a:t>Adatbázisban a comments tábla tárolja őket.</a:t>
          </a:r>
        </a:p>
      </dgm:t>
    </dgm:pt>
    <dgm:pt modelId="{A375E2FB-FDF5-4716-AE03-8F5304EF6D29}" type="parTrans" cxnId="{19AC5F97-EAA4-4595-95F2-D75339722473}">
      <dgm:prSet/>
      <dgm:spPr/>
      <dgm:t>
        <a:bodyPr/>
        <a:lstStyle/>
        <a:p>
          <a:endParaRPr lang="en-US"/>
        </a:p>
      </dgm:t>
    </dgm:pt>
    <dgm:pt modelId="{EF1BAD97-0CD4-4B55-AFE3-E21B82930D0F}" type="sibTrans" cxnId="{19AC5F97-EAA4-4595-95F2-D75339722473}">
      <dgm:prSet/>
      <dgm:spPr/>
      <dgm:t>
        <a:bodyPr/>
        <a:lstStyle/>
        <a:p>
          <a:endParaRPr lang="en-US"/>
        </a:p>
      </dgm:t>
    </dgm:pt>
    <dgm:pt modelId="{C5CA462C-4157-47B7-B582-1C4CA90B6D1E}" type="pres">
      <dgm:prSet presAssocID="{1E652A66-3134-402E-9200-75EB75EF206D}" presName="Name0" presStyleCnt="0">
        <dgm:presLayoutVars>
          <dgm:dir/>
          <dgm:animLvl val="lvl"/>
          <dgm:resizeHandles val="exact"/>
        </dgm:presLayoutVars>
      </dgm:prSet>
      <dgm:spPr/>
    </dgm:pt>
    <dgm:pt modelId="{2C00DB9D-EA8B-4BE8-B960-D504212640B7}" type="pres">
      <dgm:prSet presAssocID="{E7A8D105-B5CC-4EB9-985C-2FAD886FC89B}" presName="linNode" presStyleCnt="0"/>
      <dgm:spPr/>
    </dgm:pt>
    <dgm:pt modelId="{F3BB52FF-61BA-46DC-80CA-D179B1099B6C}" type="pres">
      <dgm:prSet presAssocID="{E7A8D105-B5CC-4EB9-985C-2FAD886FC89B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E0DDE0DB-039D-4EA5-9BE2-F7C46CA11E67}" type="pres">
      <dgm:prSet presAssocID="{C80EDF97-66DB-4D76-9B66-192CA4358466}" presName="sp" presStyleCnt="0"/>
      <dgm:spPr/>
    </dgm:pt>
    <dgm:pt modelId="{FE1CC1FB-A8AF-4065-83CB-43371B87F223}" type="pres">
      <dgm:prSet presAssocID="{57DFCBC6-1DF6-434A-9EC1-34D1873CBD11}" presName="linNode" presStyleCnt="0"/>
      <dgm:spPr/>
    </dgm:pt>
    <dgm:pt modelId="{B2DCEB5D-A40A-412B-9FB8-CE271D8EBF15}" type="pres">
      <dgm:prSet presAssocID="{57DFCBC6-1DF6-434A-9EC1-34D1873CBD11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7C11B338-7BCC-4312-8AA5-C3FEE8DA5656}" type="pres">
      <dgm:prSet presAssocID="{51E31BF3-8726-44EB-959F-82A9070D3D4D}" presName="sp" presStyleCnt="0"/>
      <dgm:spPr/>
    </dgm:pt>
    <dgm:pt modelId="{FD4B1903-B0AF-42FC-934D-4B17C7B854C4}" type="pres">
      <dgm:prSet presAssocID="{26F51470-978B-4FD9-8A52-94355D680373}" presName="linNode" presStyleCnt="0"/>
      <dgm:spPr/>
    </dgm:pt>
    <dgm:pt modelId="{56613803-EE57-4DDC-BE42-C0328D925D9B}" type="pres">
      <dgm:prSet presAssocID="{26F51470-978B-4FD9-8A52-94355D680373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2F965DD2-5539-46D2-B158-C888F6C1FBEF}" type="pres">
      <dgm:prSet presAssocID="{4183E3AA-DF23-4D78-AB56-52BE3A2F8110}" presName="sp" presStyleCnt="0"/>
      <dgm:spPr/>
    </dgm:pt>
    <dgm:pt modelId="{E3CE93AA-9915-456A-B458-FC905A241A73}" type="pres">
      <dgm:prSet presAssocID="{7CD890EC-C20C-4E7B-96F0-0CF75A4DDCCF}" presName="linNode" presStyleCnt="0"/>
      <dgm:spPr/>
    </dgm:pt>
    <dgm:pt modelId="{1748F5BC-4E0C-401D-B066-EAF0C38AF7B3}" type="pres">
      <dgm:prSet presAssocID="{7CD890EC-C20C-4E7B-96F0-0CF75A4DDCCF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1AD5D521-6E2F-4C04-9B57-0428D3EBE94C}" type="presOf" srcId="{1E652A66-3134-402E-9200-75EB75EF206D}" destId="{C5CA462C-4157-47B7-B582-1C4CA90B6D1E}" srcOrd="0" destOrd="0" presId="urn:microsoft.com/office/officeart/2005/8/layout/vList5"/>
    <dgm:cxn modelId="{19AC5F97-EAA4-4595-95F2-D75339722473}" srcId="{1E652A66-3134-402E-9200-75EB75EF206D}" destId="{7CD890EC-C20C-4E7B-96F0-0CF75A4DDCCF}" srcOrd="3" destOrd="0" parTransId="{A375E2FB-FDF5-4716-AE03-8F5304EF6D29}" sibTransId="{EF1BAD97-0CD4-4B55-AFE3-E21B82930D0F}"/>
    <dgm:cxn modelId="{1F40979C-C089-4CBA-9312-0B460B1E6431}" srcId="{1E652A66-3134-402E-9200-75EB75EF206D}" destId="{26F51470-978B-4FD9-8A52-94355D680373}" srcOrd="2" destOrd="0" parTransId="{72D8049F-6760-4957-8CA4-54314A78FC7B}" sibTransId="{4183E3AA-DF23-4D78-AB56-52BE3A2F8110}"/>
    <dgm:cxn modelId="{8F5666AE-4FDA-4658-B2DA-384C41829C8A}" type="presOf" srcId="{57DFCBC6-1DF6-434A-9EC1-34D1873CBD11}" destId="{B2DCEB5D-A40A-412B-9FB8-CE271D8EBF15}" srcOrd="0" destOrd="0" presId="urn:microsoft.com/office/officeart/2005/8/layout/vList5"/>
    <dgm:cxn modelId="{7B7A42C0-7BC2-4607-9209-E6EA9433CDE2}" type="presOf" srcId="{7CD890EC-C20C-4E7B-96F0-0CF75A4DDCCF}" destId="{1748F5BC-4E0C-401D-B066-EAF0C38AF7B3}" srcOrd="0" destOrd="0" presId="urn:microsoft.com/office/officeart/2005/8/layout/vList5"/>
    <dgm:cxn modelId="{E31F4BCD-5133-41C6-99C6-C245EFF4AA79}" type="presOf" srcId="{26F51470-978B-4FD9-8A52-94355D680373}" destId="{56613803-EE57-4DDC-BE42-C0328D925D9B}" srcOrd="0" destOrd="0" presId="urn:microsoft.com/office/officeart/2005/8/layout/vList5"/>
    <dgm:cxn modelId="{8B1746D1-A150-4EED-8273-274ADC1305AF}" srcId="{1E652A66-3134-402E-9200-75EB75EF206D}" destId="{57DFCBC6-1DF6-434A-9EC1-34D1873CBD11}" srcOrd="1" destOrd="0" parTransId="{9715F9F2-4705-41EE-B80F-0896399488E7}" sibTransId="{51E31BF3-8726-44EB-959F-82A9070D3D4D}"/>
    <dgm:cxn modelId="{7D8CB3DF-0058-49BA-9E54-D3A329AD480B}" srcId="{1E652A66-3134-402E-9200-75EB75EF206D}" destId="{E7A8D105-B5CC-4EB9-985C-2FAD886FC89B}" srcOrd="0" destOrd="0" parTransId="{362A910B-1089-426A-91E9-EECFF15E41CB}" sibTransId="{C80EDF97-66DB-4D76-9B66-192CA4358466}"/>
    <dgm:cxn modelId="{7637CBE2-A585-44D8-B692-5002CB6F565C}" type="presOf" srcId="{E7A8D105-B5CC-4EB9-985C-2FAD886FC89B}" destId="{F3BB52FF-61BA-46DC-80CA-D179B1099B6C}" srcOrd="0" destOrd="0" presId="urn:microsoft.com/office/officeart/2005/8/layout/vList5"/>
    <dgm:cxn modelId="{591BD8C6-0887-41A2-977A-AA26506125CF}" type="presParOf" srcId="{C5CA462C-4157-47B7-B582-1C4CA90B6D1E}" destId="{2C00DB9D-EA8B-4BE8-B960-D504212640B7}" srcOrd="0" destOrd="0" presId="urn:microsoft.com/office/officeart/2005/8/layout/vList5"/>
    <dgm:cxn modelId="{8D902D26-FD53-4183-9BC8-B78402831521}" type="presParOf" srcId="{2C00DB9D-EA8B-4BE8-B960-D504212640B7}" destId="{F3BB52FF-61BA-46DC-80CA-D179B1099B6C}" srcOrd="0" destOrd="0" presId="urn:microsoft.com/office/officeart/2005/8/layout/vList5"/>
    <dgm:cxn modelId="{F3BB89F5-BD35-4BD4-A576-17AD9966E4BD}" type="presParOf" srcId="{C5CA462C-4157-47B7-B582-1C4CA90B6D1E}" destId="{E0DDE0DB-039D-4EA5-9BE2-F7C46CA11E67}" srcOrd="1" destOrd="0" presId="urn:microsoft.com/office/officeart/2005/8/layout/vList5"/>
    <dgm:cxn modelId="{CAB7534D-BD45-4701-857A-E159A89BC823}" type="presParOf" srcId="{C5CA462C-4157-47B7-B582-1C4CA90B6D1E}" destId="{FE1CC1FB-A8AF-4065-83CB-43371B87F223}" srcOrd="2" destOrd="0" presId="urn:microsoft.com/office/officeart/2005/8/layout/vList5"/>
    <dgm:cxn modelId="{FB5F9919-A742-4912-B7CB-D0BE9C366AD5}" type="presParOf" srcId="{FE1CC1FB-A8AF-4065-83CB-43371B87F223}" destId="{B2DCEB5D-A40A-412B-9FB8-CE271D8EBF15}" srcOrd="0" destOrd="0" presId="urn:microsoft.com/office/officeart/2005/8/layout/vList5"/>
    <dgm:cxn modelId="{C81DDA7D-020A-4AD2-BE0A-E5812A097563}" type="presParOf" srcId="{C5CA462C-4157-47B7-B582-1C4CA90B6D1E}" destId="{7C11B338-7BCC-4312-8AA5-C3FEE8DA5656}" srcOrd="3" destOrd="0" presId="urn:microsoft.com/office/officeart/2005/8/layout/vList5"/>
    <dgm:cxn modelId="{EA6C2AC3-E9B2-41B4-807E-CE16DB0796BF}" type="presParOf" srcId="{C5CA462C-4157-47B7-B582-1C4CA90B6D1E}" destId="{FD4B1903-B0AF-42FC-934D-4B17C7B854C4}" srcOrd="4" destOrd="0" presId="urn:microsoft.com/office/officeart/2005/8/layout/vList5"/>
    <dgm:cxn modelId="{67E68F6F-9A02-45A0-8661-4417B5F3CFB8}" type="presParOf" srcId="{FD4B1903-B0AF-42FC-934D-4B17C7B854C4}" destId="{56613803-EE57-4DDC-BE42-C0328D925D9B}" srcOrd="0" destOrd="0" presId="urn:microsoft.com/office/officeart/2005/8/layout/vList5"/>
    <dgm:cxn modelId="{C85FDBB2-6783-43E0-9F32-8D201606E84E}" type="presParOf" srcId="{C5CA462C-4157-47B7-B582-1C4CA90B6D1E}" destId="{2F965DD2-5539-46D2-B158-C888F6C1FBEF}" srcOrd="5" destOrd="0" presId="urn:microsoft.com/office/officeart/2005/8/layout/vList5"/>
    <dgm:cxn modelId="{D90C8779-8FA0-4C81-AE39-1C5F2B63268D}" type="presParOf" srcId="{C5CA462C-4157-47B7-B582-1C4CA90B6D1E}" destId="{E3CE93AA-9915-456A-B458-FC905A241A73}" srcOrd="6" destOrd="0" presId="urn:microsoft.com/office/officeart/2005/8/layout/vList5"/>
    <dgm:cxn modelId="{DDCC9D1A-0C27-4958-BE69-580E94547D98}" type="presParOf" srcId="{E3CE93AA-9915-456A-B458-FC905A241A73}" destId="{1748F5BC-4E0C-401D-B066-EAF0C38AF7B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3A0CE9E-C004-414D-BBBB-F9F0CA10771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E331325-D807-4D89-B3FA-79DAB0128479}">
      <dgm:prSet/>
      <dgm:spPr/>
      <dgm:t>
        <a:bodyPr/>
        <a:lstStyle/>
        <a:p>
          <a:r>
            <a:rPr lang="en-US"/>
            <a:t>A felhasználó kiválasztja a méretet a termékoldalon.</a:t>
          </a:r>
        </a:p>
      </dgm:t>
    </dgm:pt>
    <dgm:pt modelId="{08A98604-5FAD-4587-9BE5-645E669D2C6E}" type="parTrans" cxnId="{5ABA04A7-1B90-4664-99DB-591343DE83EF}">
      <dgm:prSet/>
      <dgm:spPr/>
      <dgm:t>
        <a:bodyPr/>
        <a:lstStyle/>
        <a:p>
          <a:endParaRPr lang="en-US"/>
        </a:p>
      </dgm:t>
    </dgm:pt>
    <dgm:pt modelId="{CDDBBBD2-73CB-4B51-B6BC-A756FA915E4F}" type="sibTrans" cxnId="{5ABA04A7-1B90-4664-99DB-591343DE83EF}">
      <dgm:prSet/>
      <dgm:spPr/>
      <dgm:t>
        <a:bodyPr/>
        <a:lstStyle/>
        <a:p>
          <a:endParaRPr lang="en-US"/>
        </a:p>
      </dgm:t>
    </dgm:pt>
    <dgm:pt modelId="{EB987992-36D0-44DE-819C-B369C8FE8A17}">
      <dgm:prSet/>
      <dgm:spPr/>
      <dgm:t>
        <a:bodyPr/>
        <a:lstStyle/>
        <a:p>
          <a:r>
            <a:rPr lang="en-US"/>
            <a:t>Kattint a "Kosárba" gombra.</a:t>
          </a:r>
        </a:p>
      </dgm:t>
    </dgm:pt>
    <dgm:pt modelId="{C85FB9E4-A66E-435B-85DA-0A528FF25AC6}" type="parTrans" cxnId="{BA8934DD-5FD2-4631-8523-837DF4CBF9AA}">
      <dgm:prSet/>
      <dgm:spPr/>
      <dgm:t>
        <a:bodyPr/>
        <a:lstStyle/>
        <a:p>
          <a:endParaRPr lang="en-US"/>
        </a:p>
      </dgm:t>
    </dgm:pt>
    <dgm:pt modelId="{9F1BEADD-97A9-4FE5-AC34-A5879AD90EC4}" type="sibTrans" cxnId="{BA8934DD-5FD2-4631-8523-837DF4CBF9AA}">
      <dgm:prSet/>
      <dgm:spPr/>
      <dgm:t>
        <a:bodyPr/>
        <a:lstStyle/>
        <a:p>
          <a:endParaRPr lang="en-US"/>
        </a:p>
      </dgm:t>
    </dgm:pt>
    <dgm:pt modelId="{6005BCC0-7D58-4F2D-B316-C54F627FE9CC}">
      <dgm:prSet/>
      <dgm:spPr/>
      <dgm:t>
        <a:bodyPr/>
        <a:lstStyle/>
        <a:p>
          <a:r>
            <a:rPr lang="en-US"/>
            <a:t>Az add_to_cart.php ellenőrzi a bejelentkezést és a termék létezését.</a:t>
          </a:r>
        </a:p>
      </dgm:t>
    </dgm:pt>
    <dgm:pt modelId="{86EEA773-E69E-4E91-BEB2-B4EA4F91C71D}" type="parTrans" cxnId="{58DB5442-3AEA-4ED6-8211-1C5C70CC3443}">
      <dgm:prSet/>
      <dgm:spPr/>
      <dgm:t>
        <a:bodyPr/>
        <a:lstStyle/>
        <a:p>
          <a:endParaRPr lang="en-US"/>
        </a:p>
      </dgm:t>
    </dgm:pt>
    <dgm:pt modelId="{3254E0A4-0293-4417-B4BC-F95B79365943}" type="sibTrans" cxnId="{58DB5442-3AEA-4ED6-8211-1C5C70CC3443}">
      <dgm:prSet/>
      <dgm:spPr/>
      <dgm:t>
        <a:bodyPr/>
        <a:lstStyle/>
        <a:p>
          <a:endParaRPr lang="en-US"/>
        </a:p>
      </dgm:t>
    </dgm:pt>
    <dgm:pt modelId="{E0B4E4D0-F371-4F98-B3D6-0A9F1C5C147F}">
      <dgm:prSet/>
      <dgm:spPr/>
      <dgm:t>
        <a:bodyPr/>
        <a:lstStyle/>
        <a:p>
          <a:r>
            <a:rPr lang="en-US"/>
            <a:t>Ha már van ilyen termék-méret kombináció a kosárban, növeli a mennyiséget; egyébként új rekordot szúr be.</a:t>
          </a:r>
        </a:p>
      </dgm:t>
    </dgm:pt>
    <dgm:pt modelId="{1E0D9F49-7F74-4EAA-B90B-781EEBB8E835}" type="parTrans" cxnId="{50932436-EA5F-4422-A00B-D0B76CCBF5B3}">
      <dgm:prSet/>
      <dgm:spPr/>
      <dgm:t>
        <a:bodyPr/>
        <a:lstStyle/>
        <a:p>
          <a:endParaRPr lang="en-US"/>
        </a:p>
      </dgm:t>
    </dgm:pt>
    <dgm:pt modelId="{75F4A2D4-D154-45C6-916D-922E39929596}" type="sibTrans" cxnId="{50932436-EA5F-4422-A00B-D0B76CCBF5B3}">
      <dgm:prSet/>
      <dgm:spPr/>
      <dgm:t>
        <a:bodyPr/>
        <a:lstStyle/>
        <a:p>
          <a:endParaRPr lang="en-US"/>
        </a:p>
      </dgm:t>
    </dgm:pt>
    <dgm:pt modelId="{29B5A703-E634-40A8-86B3-988611128377}">
      <dgm:prSet/>
      <dgm:spPr/>
      <dgm:t>
        <a:bodyPr/>
        <a:lstStyle/>
        <a:p>
          <a:r>
            <a:rPr lang="en-US"/>
            <a:t>Visszairányítás az előző oldalra.</a:t>
          </a:r>
        </a:p>
      </dgm:t>
    </dgm:pt>
    <dgm:pt modelId="{FD5AF67E-7408-43B8-BB22-B4082561A0A2}" type="parTrans" cxnId="{1C7CE8EC-A82E-4FAF-828E-523684E8D204}">
      <dgm:prSet/>
      <dgm:spPr/>
      <dgm:t>
        <a:bodyPr/>
        <a:lstStyle/>
        <a:p>
          <a:endParaRPr lang="en-US"/>
        </a:p>
      </dgm:t>
    </dgm:pt>
    <dgm:pt modelId="{2496872F-A632-4A63-AC2B-C484C87C2207}" type="sibTrans" cxnId="{1C7CE8EC-A82E-4FAF-828E-523684E8D204}">
      <dgm:prSet/>
      <dgm:spPr/>
      <dgm:t>
        <a:bodyPr/>
        <a:lstStyle/>
        <a:p>
          <a:endParaRPr lang="en-US"/>
        </a:p>
      </dgm:t>
    </dgm:pt>
    <dgm:pt modelId="{555E8F0B-4411-4213-8AE9-8628C1D8BF98}" type="pres">
      <dgm:prSet presAssocID="{43A0CE9E-C004-414D-BBBB-F9F0CA107718}" presName="Name0" presStyleCnt="0">
        <dgm:presLayoutVars>
          <dgm:dir/>
          <dgm:resizeHandles val="exact"/>
        </dgm:presLayoutVars>
      </dgm:prSet>
      <dgm:spPr/>
    </dgm:pt>
    <dgm:pt modelId="{6703997F-456F-4CDE-B683-A12E6F93B404}" type="pres">
      <dgm:prSet presAssocID="{2E331325-D807-4D89-B3FA-79DAB0128479}" presName="node" presStyleLbl="node1" presStyleIdx="0" presStyleCnt="5">
        <dgm:presLayoutVars>
          <dgm:bulletEnabled val="1"/>
        </dgm:presLayoutVars>
      </dgm:prSet>
      <dgm:spPr/>
    </dgm:pt>
    <dgm:pt modelId="{F3959A4B-0592-4A54-877A-26C6A1CCA4C2}" type="pres">
      <dgm:prSet presAssocID="{CDDBBBD2-73CB-4B51-B6BC-A756FA915E4F}" presName="sibTrans" presStyleLbl="sibTrans1D1" presStyleIdx="0" presStyleCnt="4"/>
      <dgm:spPr/>
    </dgm:pt>
    <dgm:pt modelId="{E35FC612-BDC5-4BCE-8193-0B869AD77D16}" type="pres">
      <dgm:prSet presAssocID="{CDDBBBD2-73CB-4B51-B6BC-A756FA915E4F}" presName="connectorText" presStyleLbl="sibTrans1D1" presStyleIdx="0" presStyleCnt="4"/>
      <dgm:spPr/>
    </dgm:pt>
    <dgm:pt modelId="{D18A2D44-8A6E-47ED-932F-247194A990C8}" type="pres">
      <dgm:prSet presAssocID="{EB987992-36D0-44DE-819C-B369C8FE8A17}" presName="node" presStyleLbl="node1" presStyleIdx="1" presStyleCnt="5">
        <dgm:presLayoutVars>
          <dgm:bulletEnabled val="1"/>
        </dgm:presLayoutVars>
      </dgm:prSet>
      <dgm:spPr/>
    </dgm:pt>
    <dgm:pt modelId="{A60EE06E-62E0-4337-B492-6C62C77D9C8A}" type="pres">
      <dgm:prSet presAssocID="{9F1BEADD-97A9-4FE5-AC34-A5879AD90EC4}" presName="sibTrans" presStyleLbl="sibTrans1D1" presStyleIdx="1" presStyleCnt="4"/>
      <dgm:spPr/>
    </dgm:pt>
    <dgm:pt modelId="{07B39329-0D0C-4D3A-A021-EF780171152A}" type="pres">
      <dgm:prSet presAssocID="{9F1BEADD-97A9-4FE5-AC34-A5879AD90EC4}" presName="connectorText" presStyleLbl="sibTrans1D1" presStyleIdx="1" presStyleCnt="4"/>
      <dgm:spPr/>
    </dgm:pt>
    <dgm:pt modelId="{2DBFE01F-B944-419B-9E1A-474A0AEB9DE0}" type="pres">
      <dgm:prSet presAssocID="{6005BCC0-7D58-4F2D-B316-C54F627FE9CC}" presName="node" presStyleLbl="node1" presStyleIdx="2" presStyleCnt="5">
        <dgm:presLayoutVars>
          <dgm:bulletEnabled val="1"/>
        </dgm:presLayoutVars>
      </dgm:prSet>
      <dgm:spPr/>
    </dgm:pt>
    <dgm:pt modelId="{93746D6F-F375-4F68-8365-223F927F3EA6}" type="pres">
      <dgm:prSet presAssocID="{3254E0A4-0293-4417-B4BC-F95B79365943}" presName="sibTrans" presStyleLbl="sibTrans1D1" presStyleIdx="2" presStyleCnt="4"/>
      <dgm:spPr/>
    </dgm:pt>
    <dgm:pt modelId="{E1AD92C7-D6E4-43D8-B5FD-0D27C1D17A5D}" type="pres">
      <dgm:prSet presAssocID="{3254E0A4-0293-4417-B4BC-F95B79365943}" presName="connectorText" presStyleLbl="sibTrans1D1" presStyleIdx="2" presStyleCnt="4"/>
      <dgm:spPr/>
    </dgm:pt>
    <dgm:pt modelId="{24BC41F1-54D6-4F88-81F8-C0CAD693AC31}" type="pres">
      <dgm:prSet presAssocID="{E0B4E4D0-F371-4F98-B3D6-0A9F1C5C147F}" presName="node" presStyleLbl="node1" presStyleIdx="3" presStyleCnt="5">
        <dgm:presLayoutVars>
          <dgm:bulletEnabled val="1"/>
        </dgm:presLayoutVars>
      </dgm:prSet>
      <dgm:spPr/>
    </dgm:pt>
    <dgm:pt modelId="{675D1326-F803-45E5-B773-10BF9F0F9A39}" type="pres">
      <dgm:prSet presAssocID="{75F4A2D4-D154-45C6-916D-922E39929596}" presName="sibTrans" presStyleLbl="sibTrans1D1" presStyleIdx="3" presStyleCnt="4"/>
      <dgm:spPr/>
    </dgm:pt>
    <dgm:pt modelId="{0A668D77-4471-42DD-B698-D2DA242D4958}" type="pres">
      <dgm:prSet presAssocID="{75F4A2D4-D154-45C6-916D-922E39929596}" presName="connectorText" presStyleLbl="sibTrans1D1" presStyleIdx="3" presStyleCnt="4"/>
      <dgm:spPr/>
    </dgm:pt>
    <dgm:pt modelId="{0A3414D1-21E8-4DDE-909D-9EDEA6E9286A}" type="pres">
      <dgm:prSet presAssocID="{29B5A703-E634-40A8-86B3-988611128377}" presName="node" presStyleLbl="node1" presStyleIdx="4" presStyleCnt="5">
        <dgm:presLayoutVars>
          <dgm:bulletEnabled val="1"/>
        </dgm:presLayoutVars>
      </dgm:prSet>
      <dgm:spPr/>
    </dgm:pt>
  </dgm:ptLst>
  <dgm:cxnLst>
    <dgm:cxn modelId="{50932436-EA5F-4422-A00B-D0B76CCBF5B3}" srcId="{43A0CE9E-C004-414D-BBBB-F9F0CA107718}" destId="{E0B4E4D0-F371-4F98-B3D6-0A9F1C5C147F}" srcOrd="3" destOrd="0" parTransId="{1E0D9F49-7F74-4EAA-B90B-781EEBB8E835}" sibTransId="{75F4A2D4-D154-45C6-916D-922E39929596}"/>
    <dgm:cxn modelId="{0CBD8537-F166-4D77-9E06-82A8FF207EA4}" type="presOf" srcId="{2E331325-D807-4D89-B3FA-79DAB0128479}" destId="{6703997F-456F-4CDE-B683-A12E6F93B404}" srcOrd="0" destOrd="0" presId="urn:microsoft.com/office/officeart/2016/7/layout/RepeatingBendingProcessNew"/>
    <dgm:cxn modelId="{0BF38040-8637-4474-829D-4A5F09625F05}" type="presOf" srcId="{CDDBBBD2-73CB-4B51-B6BC-A756FA915E4F}" destId="{F3959A4B-0592-4A54-877A-26C6A1CCA4C2}" srcOrd="0" destOrd="0" presId="urn:microsoft.com/office/officeart/2016/7/layout/RepeatingBendingProcessNew"/>
    <dgm:cxn modelId="{7837285E-809C-410F-8C09-F738DB46F8F2}" type="presOf" srcId="{3254E0A4-0293-4417-B4BC-F95B79365943}" destId="{E1AD92C7-D6E4-43D8-B5FD-0D27C1D17A5D}" srcOrd="1" destOrd="0" presId="urn:microsoft.com/office/officeart/2016/7/layout/RepeatingBendingProcessNew"/>
    <dgm:cxn modelId="{58DB5442-3AEA-4ED6-8211-1C5C70CC3443}" srcId="{43A0CE9E-C004-414D-BBBB-F9F0CA107718}" destId="{6005BCC0-7D58-4F2D-B316-C54F627FE9CC}" srcOrd="2" destOrd="0" parTransId="{86EEA773-E69E-4E91-BEB2-B4EA4F91C71D}" sibTransId="{3254E0A4-0293-4417-B4BC-F95B79365943}"/>
    <dgm:cxn modelId="{00F25F6B-82F8-484B-A766-CD43E44CF2FD}" type="presOf" srcId="{EB987992-36D0-44DE-819C-B369C8FE8A17}" destId="{D18A2D44-8A6E-47ED-932F-247194A990C8}" srcOrd="0" destOrd="0" presId="urn:microsoft.com/office/officeart/2016/7/layout/RepeatingBendingProcessNew"/>
    <dgm:cxn modelId="{86463351-2300-4D14-BE87-15A9D1CE797B}" type="presOf" srcId="{43A0CE9E-C004-414D-BBBB-F9F0CA107718}" destId="{555E8F0B-4411-4213-8AE9-8628C1D8BF98}" srcOrd="0" destOrd="0" presId="urn:microsoft.com/office/officeart/2016/7/layout/RepeatingBendingProcessNew"/>
    <dgm:cxn modelId="{0882C480-058D-401F-B4C8-7458A3E09349}" type="presOf" srcId="{E0B4E4D0-F371-4F98-B3D6-0A9F1C5C147F}" destId="{24BC41F1-54D6-4F88-81F8-C0CAD693AC31}" srcOrd="0" destOrd="0" presId="urn:microsoft.com/office/officeart/2016/7/layout/RepeatingBendingProcessNew"/>
    <dgm:cxn modelId="{9379B7A4-DF0C-45F6-9D86-87B540DF60FC}" type="presOf" srcId="{29B5A703-E634-40A8-86B3-988611128377}" destId="{0A3414D1-21E8-4DDE-909D-9EDEA6E9286A}" srcOrd="0" destOrd="0" presId="urn:microsoft.com/office/officeart/2016/7/layout/RepeatingBendingProcessNew"/>
    <dgm:cxn modelId="{5ABA04A7-1B90-4664-99DB-591343DE83EF}" srcId="{43A0CE9E-C004-414D-BBBB-F9F0CA107718}" destId="{2E331325-D807-4D89-B3FA-79DAB0128479}" srcOrd="0" destOrd="0" parTransId="{08A98604-5FAD-4587-9BE5-645E669D2C6E}" sibTransId="{CDDBBBD2-73CB-4B51-B6BC-A756FA915E4F}"/>
    <dgm:cxn modelId="{0EF158AE-6CB7-4CFB-A511-E1B48432949B}" type="presOf" srcId="{CDDBBBD2-73CB-4B51-B6BC-A756FA915E4F}" destId="{E35FC612-BDC5-4BCE-8193-0B869AD77D16}" srcOrd="1" destOrd="0" presId="urn:microsoft.com/office/officeart/2016/7/layout/RepeatingBendingProcessNew"/>
    <dgm:cxn modelId="{92DCE7B1-A04E-4857-BD6F-305A5AF9355D}" type="presOf" srcId="{9F1BEADD-97A9-4FE5-AC34-A5879AD90EC4}" destId="{A60EE06E-62E0-4337-B492-6C62C77D9C8A}" srcOrd="0" destOrd="0" presId="urn:microsoft.com/office/officeart/2016/7/layout/RepeatingBendingProcessNew"/>
    <dgm:cxn modelId="{0A535BB7-CA7B-4CB3-9092-1D42192A63FC}" type="presOf" srcId="{75F4A2D4-D154-45C6-916D-922E39929596}" destId="{675D1326-F803-45E5-B773-10BF9F0F9A39}" srcOrd="0" destOrd="0" presId="urn:microsoft.com/office/officeart/2016/7/layout/RepeatingBendingProcessNew"/>
    <dgm:cxn modelId="{00C83BC0-3FE9-4820-B94F-1AE081FBE1DC}" type="presOf" srcId="{75F4A2D4-D154-45C6-916D-922E39929596}" destId="{0A668D77-4471-42DD-B698-D2DA242D4958}" srcOrd="1" destOrd="0" presId="urn:microsoft.com/office/officeart/2016/7/layout/RepeatingBendingProcessNew"/>
    <dgm:cxn modelId="{78C1DDD3-71E8-4FCA-89FA-F25C4333A0A7}" type="presOf" srcId="{3254E0A4-0293-4417-B4BC-F95B79365943}" destId="{93746D6F-F375-4F68-8365-223F927F3EA6}" srcOrd="0" destOrd="0" presId="urn:microsoft.com/office/officeart/2016/7/layout/RepeatingBendingProcessNew"/>
    <dgm:cxn modelId="{08EF00DA-A965-4F01-A592-0526D3360E9A}" type="presOf" srcId="{6005BCC0-7D58-4F2D-B316-C54F627FE9CC}" destId="{2DBFE01F-B944-419B-9E1A-474A0AEB9DE0}" srcOrd="0" destOrd="0" presId="urn:microsoft.com/office/officeart/2016/7/layout/RepeatingBendingProcessNew"/>
    <dgm:cxn modelId="{BA8934DD-5FD2-4631-8523-837DF4CBF9AA}" srcId="{43A0CE9E-C004-414D-BBBB-F9F0CA107718}" destId="{EB987992-36D0-44DE-819C-B369C8FE8A17}" srcOrd="1" destOrd="0" parTransId="{C85FB9E4-A66E-435B-85DA-0A528FF25AC6}" sibTransId="{9F1BEADD-97A9-4FE5-AC34-A5879AD90EC4}"/>
    <dgm:cxn modelId="{1C7CE8EC-A82E-4FAF-828E-523684E8D204}" srcId="{43A0CE9E-C004-414D-BBBB-F9F0CA107718}" destId="{29B5A703-E634-40A8-86B3-988611128377}" srcOrd="4" destOrd="0" parTransId="{FD5AF67E-7408-43B8-BB22-B4082561A0A2}" sibTransId="{2496872F-A632-4A63-AC2B-C484C87C2207}"/>
    <dgm:cxn modelId="{DA1B97EF-BC73-4568-960E-F4AD2F4DC019}" type="presOf" srcId="{9F1BEADD-97A9-4FE5-AC34-A5879AD90EC4}" destId="{07B39329-0D0C-4D3A-A021-EF780171152A}" srcOrd="1" destOrd="0" presId="urn:microsoft.com/office/officeart/2016/7/layout/RepeatingBendingProcessNew"/>
    <dgm:cxn modelId="{D2D7BF13-67C6-47A0-AAE6-7C84BCEC64D2}" type="presParOf" srcId="{555E8F0B-4411-4213-8AE9-8628C1D8BF98}" destId="{6703997F-456F-4CDE-B683-A12E6F93B404}" srcOrd="0" destOrd="0" presId="urn:microsoft.com/office/officeart/2016/7/layout/RepeatingBendingProcessNew"/>
    <dgm:cxn modelId="{06A77E88-97D6-4DE7-AA02-49F1396387D7}" type="presParOf" srcId="{555E8F0B-4411-4213-8AE9-8628C1D8BF98}" destId="{F3959A4B-0592-4A54-877A-26C6A1CCA4C2}" srcOrd="1" destOrd="0" presId="urn:microsoft.com/office/officeart/2016/7/layout/RepeatingBendingProcessNew"/>
    <dgm:cxn modelId="{2DE50409-27F2-4F48-B5D9-0E7E4C5165BB}" type="presParOf" srcId="{F3959A4B-0592-4A54-877A-26C6A1CCA4C2}" destId="{E35FC612-BDC5-4BCE-8193-0B869AD77D16}" srcOrd="0" destOrd="0" presId="urn:microsoft.com/office/officeart/2016/7/layout/RepeatingBendingProcessNew"/>
    <dgm:cxn modelId="{971DCFBA-4E5E-4EC6-9988-CD3E25C37BA1}" type="presParOf" srcId="{555E8F0B-4411-4213-8AE9-8628C1D8BF98}" destId="{D18A2D44-8A6E-47ED-932F-247194A990C8}" srcOrd="2" destOrd="0" presId="urn:microsoft.com/office/officeart/2016/7/layout/RepeatingBendingProcessNew"/>
    <dgm:cxn modelId="{FFD0E6F8-98D6-4DF5-83FD-756DB559E92C}" type="presParOf" srcId="{555E8F0B-4411-4213-8AE9-8628C1D8BF98}" destId="{A60EE06E-62E0-4337-B492-6C62C77D9C8A}" srcOrd="3" destOrd="0" presId="urn:microsoft.com/office/officeart/2016/7/layout/RepeatingBendingProcessNew"/>
    <dgm:cxn modelId="{88F02763-046B-4897-8E37-CF182380A14E}" type="presParOf" srcId="{A60EE06E-62E0-4337-B492-6C62C77D9C8A}" destId="{07B39329-0D0C-4D3A-A021-EF780171152A}" srcOrd="0" destOrd="0" presId="urn:microsoft.com/office/officeart/2016/7/layout/RepeatingBendingProcessNew"/>
    <dgm:cxn modelId="{5030548B-74CB-4E7F-A423-025F8FC1EC61}" type="presParOf" srcId="{555E8F0B-4411-4213-8AE9-8628C1D8BF98}" destId="{2DBFE01F-B944-419B-9E1A-474A0AEB9DE0}" srcOrd="4" destOrd="0" presId="urn:microsoft.com/office/officeart/2016/7/layout/RepeatingBendingProcessNew"/>
    <dgm:cxn modelId="{0847ACD0-367F-4D43-AD93-524F7537F398}" type="presParOf" srcId="{555E8F0B-4411-4213-8AE9-8628C1D8BF98}" destId="{93746D6F-F375-4F68-8365-223F927F3EA6}" srcOrd="5" destOrd="0" presId="urn:microsoft.com/office/officeart/2016/7/layout/RepeatingBendingProcessNew"/>
    <dgm:cxn modelId="{8528EA97-497E-4E0B-98C6-E7BFD05A2EB2}" type="presParOf" srcId="{93746D6F-F375-4F68-8365-223F927F3EA6}" destId="{E1AD92C7-D6E4-43D8-B5FD-0D27C1D17A5D}" srcOrd="0" destOrd="0" presId="urn:microsoft.com/office/officeart/2016/7/layout/RepeatingBendingProcessNew"/>
    <dgm:cxn modelId="{B5504DE5-6463-4881-BB6D-43440BF1FA71}" type="presParOf" srcId="{555E8F0B-4411-4213-8AE9-8628C1D8BF98}" destId="{24BC41F1-54D6-4F88-81F8-C0CAD693AC31}" srcOrd="6" destOrd="0" presId="urn:microsoft.com/office/officeart/2016/7/layout/RepeatingBendingProcessNew"/>
    <dgm:cxn modelId="{7034E2C8-F8A7-4551-9050-9789F44C2CDE}" type="presParOf" srcId="{555E8F0B-4411-4213-8AE9-8628C1D8BF98}" destId="{675D1326-F803-45E5-B773-10BF9F0F9A39}" srcOrd="7" destOrd="0" presId="urn:microsoft.com/office/officeart/2016/7/layout/RepeatingBendingProcessNew"/>
    <dgm:cxn modelId="{777B1DB4-DB52-411C-9C02-CF6EB018E862}" type="presParOf" srcId="{675D1326-F803-45E5-B773-10BF9F0F9A39}" destId="{0A668D77-4471-42DD-B698-D2DA242D4958}" srcOrd="0" destOrd="0" presId="urn:microsoft.com/office/officeart/2016/7/layout/RepeatingBendingProcessNew"/>
    <dgm:cxn modelId="{CDE83E81-9D6B-4C28-A989-159C54B8198B}" type="presParOf" srcId="{555E8F0B-4411-4213-8AE9-8628C1D8BF98}" destId="{0A3414D1-21E8-4DDE-909D-9EDEA6E9286A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BB9B914-3139-4C5A-9827-829F37630C1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63BABE9-4BC4-413D-BC56-279AD43FDE5F}">
      <dgm:prSet/>
      <dgm:spPr/>
      <dgm:t>
        <a:bodyPr/>
        <a:lstStyle/>
        <a:p>
          <a:r>
            <a:rPr lang="en-US"/>
            <a:t>Tételek listája képpel, névvel, mérettel, egységárral.</a:t>
          </a:r>
        </a:p>
      </dgm:t>
    </dgm:pt>
    <dgm:pt modelId="{94EB9DB2-F7C0-4CC3-A952-9B9A60E64269}" type="parTrans" cxnId="{C7EA966F-85E2-402D-8858-0E6682D271B0}">
      <dgm:prSet/>
      <dgm:spPr/>
      <dgm:t>
        <a:bodyPr/>
        <a:lstStyle/>
        <a:p>
          <a:endParaRPr lang="en-US"/>
        </a:p>
      </dgm:t>
    </dgm:pt>
    <dgm:pt modelId="{0C801814-77F1-4810-A137-9EE286C31C9B}" type="sibTrans" cxnId="{C7EA966F-85E2-402D-8858-0E6682D271B0}">
      <dgm:prSet/>
      <dgm:spPr/>
      <dgm:t>
        <a:bodyPr/>
        <a:lstStyle/>
        <a:p>
          <a:endParaRPr lang="en-US"/>
        </a:p>
      </dgm:t>
    </dgm:pt>
    <dgm:pt modelId="{5BF3FBF1-765C-4C85-B8D8-E2FD2374273F}">
      <dgm:prSet/>
      <dgm:spPr/>
      <dgm:t>
        <a:bodyPr/>
        <a:lstStyle/>
        <a:p>
          <a:r>
            <a:rPr lang="en-US"/>
            <a:t>Mennyiség módosítása (AJAX – oldal újratöltés nélkül).</a:t>
          </a:r>
        </a:p>
      </dgm:t>
    </dgm:pt>
    <dgm:pt modelId="{0E80FEF2-E27B-4B43-8C12-5DB31D9B0504}" type="parTrans" cxnId="{504D7018-199A-4C35-A6D6-116F73D78EDD}">
      <dgm:prSet/>
      <dgm:spPr/>
      <dgm:t>
        <a:bodyPr/>
        <a:lstStyle/>
        <a:p>
          <a:endParaRPr lang="en-US"/>
        </a:p>
      </dgm:t>
    </dgm:pt>
    <dgm:pt modelId="{11AA5A2F-EEC5-48B3-970E-92D20678F60B}" type="sibTrans" cxnId="{504D7018-199A-4C35-A6D6-116F73D78EDD}">
      <dgm:prSet/>
      <dgm:spPr/>
      <dgm:t>
        <a:bodyPr/>
        <a:lstStyle/>
        <a:p>
          <a:endParaRPr lang="en-US"/>
        </a:p>
      </dgm:t>
    </dgm:pt>
    <dgm:pt modelId="{C95BAB59-6507-4AB6-8B6D-CC12E8AB66F3}">
      <dgm:prSet/>
      <dgm:spPr/>
      <dgm:t>
        <a:bodyPr/>
        <a:lstStyle/>
        <a:p>
          <a:r>
            <a:rPr lang="en-US"/>
            <a:t>Tétel törlése (kuka ikon).</a:t>
          </a:r>
        </a:p>
      </dgm:t>
    </dgm:pt>
    <dgm:pt modelId="{08285656-8B16-4AB2-9954-09A4C62AFECC}" type="parTrans" cxnId="{43AAFD2A-C77A-4EB4-82C1-3A0C25D43B9F}">
      <dgm:prSet/>
      <dgm:spPr/>
      <dgm:t>
        <a:bodyPr/>
        <a:lstStyle/>
        <a:p>
          <a:endParaRPr lang="en-US"/>
        </a:p>
      </dgm:t>
    </dgm:pt>
    <dgm:pt modelId="{90219BC5-3468-4807-9F4F-D27DFF1D06B3}" type="sibTrans" cxnId="{43AAFD2A-C77A-4EB4-82C1-3A0C25D43B9F}">
      <dgm:prSet/>
      <dgm:spPr/>
      <dgm:t>
        <a:bodyPr/>
        <a:lstStyle/>
        <a:p>
          <a:endParaRPr lang="en-US"/>
        </a:p>
      </dgm:t>
    </dgm:pt>
    <dgm:pt modelId="{6E66BD1C-676D-4D75-97B2-3D8F0AABA0B9}">
      <dgm:prSet/>
      <dgm:spPr/>
      <dgm:t>
        <a:bodyPr/>
        <a:lstStyle/>
        <a:p>
          <a:r>
            <a:rPr lang="en-US"/>
            <a:t>Végösszeg automatikus frissítése.</a:t>
          </a:r>
        </a:p>
      </dgm:t>
    </dgm:pt>
    <dgm:pt modelId="{9C4416E1-2EBB-4D2F-8FBB-F5D1802576A6}" type="parTrans" cxnId="{912225A0-4688-4B3B-A75C-D92FD0863DF6}">
      <dgm:prSet/>
      <dgm:spPr/>
      <dgm:t>
        <a:bodyPr/>
        <a:lstStyle/>
        <a:p>
          <a:endParaRPr lang="en-US"/>
        </a:p>
      </dgm:t>
    </dgm:pt>
    <dgm:pt modelId="{AA03FB36-63BF-4649-868D-7845C3F84D66}" type="sibTrans" cxnId="{912225A0-4688-4B3B-A75C-D92FD0863DF6}">
      <dgm:prSet/>
      <dgm:spPr/>
      <dgm:t>
        <a:bodyPr/>
        <a:lstStyle/>
        <a:p>
          <a:endParaRPr lang="en-US"/>
        </a:p>
      </dgm:t>
    </dgm:pt>
    <dgm:pt modelId="{F23C722E-DA75-4023-9EA1-1457DFDF8E12}">
      <dgm:prSet/>
      <dgm:spPr/>
      <dgm:t>
        <a:bodyPr/>
        <a:lstStyle/>
        <a:p>
          <a:r>
            <a:rPr lang="en-US"/>
            <a:t>Ha üres a kosár, egy üzenet és link a főoldalra.</a:t>
          </a:r>
        </a:p>
      </dgm:t>
    </dgm:pt>
    <dgm:pt modelId="{229CC17E-4EBD-4DB4-AA9C-A49195F519E5}" type="parTrans" cxnId="{A92024C0-0690-4E9F-9B0A-F5EBFCD5FBEC}">
      <dgm:prSet/>
      <dgm:spPr/>
      <dgm:t>
        <a:bodyPr/>
        <a:lstStyle/>
        <a:p>
          <a:endParaRPr lang="en-US"/>
        </a:p>
      </dgm:t>
    </dgm:pt>
    <dgm:pt modelId="{FFDAE7D7-43A5-4B46-98F3-0B5A660CDD15}" type="sibTrans" cxnId="{A92024C0-0690-4E9F-9B0A-F5EBFCD5FBEC}">
      <dgm:prSet/>
      <dgm:spPr/>
      <dgm:t>
        <a:bodyPr/>
        <a:lstStyle/>
        <a:p>
          <a:endParaRPr lang="en-US"/>
        </a:p>
      </dgm:t>
    </dgm:pt>
    <dgm:pt modelId="{CECB209B-F1BE-455A-9232-A90B4241EFAA}" type="pres">
      <dgm:prSet presAssocID="{9BB9B914-3139-4C5A-9827-829F37630C17}" presName="linear" presStyleCnt="0">
        <dgm:presLayoutVars>
          <dgm:animLvl val="lvl"/>
          <dgm:resizeHandles val="exact"/>
        </dgm:presLayoutVars>
      </dgm:prSet>
      <dgm:spPr/>
    </dgm:pt>
    <dgm:pt modelId="{1E6E08CF-1847-4C70-8BE9-035E701A7EBB}" type="pres">
      <dgm:prSet presAssocID="{E63BABE9-4BC4-413D-BC56-279AD43FDE5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8580F19-2EB4-46F0-980A-70EC44512A0B}" type="pres">
      <dgm:prSet presAssocID="{0C801814-77F1-4810-A137-9EE286C31C9B}" presName="spacer" presStyleCnt="0"/>
      <dgm:spPr/>
    </dgm:pt>
    <dgm:pt modelId="{38D6262C-6CE2-44B6-9B36-D4811DA0E43B}" type="pres">
      <dgm:prSet presAssocID="{5BF3FBF1-765C-4C85-B8D8-E2FD2374273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B051738-6F90-4DB2-A917-D51179885FF6}" type="pres">
      <dgm:prSet presAssocID="{11AA5A2F-EEC5-48B3-970E-92D20678F60B}" presName="spacer" presStyleCnt="0"/>
      <dgm:spPr/>
    </dgm:pt>
    <dgm:pt modelId="{92E429FB-2E66-4F35-BD81-59A1C63F71BD}" type="pres">
      <dgm:prSet presAssocID="{C95BAB59-6507-4AB6-8B6D-CC12E8AB66F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B34FF6B-26E5-49BA-81E1-E4D38FF06546}" type="pres">
      <dgm:prSet presAssocID="{90219BC5-3468-4807-9F4F-D27DFF1D06B3}" presName="spacer" presStyleCnt="0"/>
      <dgm:spPr/>
    </dgm:pt>
    <dgm:pt modelId="{F8224D95-3D05-4B03-B263-42C79B44E4F9}" type="pres">
      <dgm:prSet presAssocID="{6E66BD1C-676D-4D75-97B2-3D8F0AABA0B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174DC0C-667B-4ACC-B17A-99D1A5C153F2}" type="pres">
      <dgm:prSet presAssocID="{AA03FB36-63BF-4649-868D-7845C3F84D66}" presName="spacer" presStyleCnt="0"/>
      <dgm:spPr/>
    </dgm:pt>
    <dgm:pt modelId="{C3EA054F-A7DD-46FF-8528-9D6C9B23FF41}" type="pres">
      <dgm:prSet presAssocID="{F23C722E-DA75-4023-9EA1-1457DFDF8E1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32D2E0E-BBDD-49C1-8E7B-98869A510FFB}" type="presOf" srcId="{E63BABE9-4BC4-413D-BC56-279AD43FDE5F}" destId="{1E6E08CF-1847-4C70-8BE9-035E701A7EBB}" srcOrd="0" destOrd="0" presId="urn:microsoft.com/office/officeart/2005/8/layout/vList2"/>
    <dgm:cxn modelId="{504D7018-199A-4C35-A6D6-116F73D78EDD}" srcId="{9BB9B914-3139-4C5A-9827-829F37630C17}" destId="{5BF3FBF1-765C-4C85-B8D8-E2FD2374273F}" srcOrd="1" destOrd="0" parTransId="{0E80FEF2-E27B-4B43-8C12-5DB31D9B0504}" sibTransId="{11AA5A2F-EEC5-48B3-970E-92D20678F60B}"/>
    <dgm:cxn modelId="{43AAFD2A-C77A-4EB4-82C1-3A0C25D43B9F}" srcId="{9BB9B914-3139-4C5A-9827-829F37630C17}" destId="{C95BAB59-6507-4AB6-8B6D-CC12E8AB66F3}" srcOrd="2" destOrd="0" parTransId="{08285656-8B16-4AB2-9954-09A4C62AFECC}" sibTransId="{90219BC5-3468-4807-9F4F-D27DFF1D06B3}"/>
    <dgm:cxn modelId="{C7EA966F-85E2-402D-8858-0E6682D271B0}" srcId="{9BB9B914-3139-4C5A-9827-829F37630C17}" destId="{E63BABE9-4BC4-413D-BC56-279AD43FDE5F}" srcOrd="0" destOrd="0" parTransId="{94EB9DB2-F7C0-4CC3-A952-9B9A60E64269}" sibTransId="{0C801814-77F1-4810-A137-9EE286C31C9B}"/>
    <dgm:cxn modelId="{912225A0-4688-4B3B-A75C-D92FD0863DF6}" srcId="{9BB9B914-3139-4C5A-9827-829F37630C17}" destId="{6E66BD1C-676D-4D75-97B2-3D8F0AABA0B9}" srcOrd="3" destOrd="0" parTransId="{9C4416E1-2EBB-4D2F-8FBB-F5D1802576A6}" sibTransId="{AA03FB36-63BF-4649-868D-7845C3F84D66}"/>
    <dgm:cxn modelId="{155EBCB6-4A93-4C86-8C2F-9369CAC84289}" type="presOf" srcId="{5BF3FBF1-765C-4C85-B8D8-E2FD2374273F}" destId="{38D6262C-6CE2-44B6-9B36-D4811DA0E43B}" srcOrd="0" destOrd="0" presId="urn:microsoft.com/office/officeart/2005/8/layout/vList2"/>
    <dgm:cxn modelId="{5CB7EEBC-8515-4B2E-BB7A-9FC1FF10F7EF}" type="presOf" srcId="{F23C722E-DA75-4023-9EA1-1457DFDF8E12}" destId="{C3EA054F-A7DD-46FF-8528-9D6C9B23FF41}" srcOrd="0" destOrd="0" presId="urn:microsoft.com/office/officeart/2005/8/layout/vList2"/>
    <dgm:cxn modelId="{A92024C0-0690-4E9F-9B0A-F5EBFCD5FBEC}" srcId="{9BB9B914-3139-4C5A-9827-829F37630C17}" destId="{F23C722E-DA75-4023-9EA1-1457DFDF8E12}" srcOrd="4" destOrd="0" parTransId="{229CC17E-4EBD-4DB4-AA9C-A49195F519E5}" sibTransId="{FFDAE7D7-43A5-4B46-98F3-0B5A660CDD15}"/>
    <dgm:cxn modelId="{DEAA7BD5-54ED-4119-98DD-76F5252464CC}" type="presOf" srcId="{C95BAB59-6507-4AB6-8B6D-CC12E8AB66F3}" destId="{92E429FB-2E66-4F35-BD81-59A1C63F71BD}" srcOrd="0" destOrd="0" presId="urn:microsoft.com/office/officeart/2005/8/layout/vList2"/>
    <dgm:cxn modelId="{A77D2AF1-5FBA-466E-B0D2-E9DDCAC2B4ED}" type="presOf" srcId="{9BB9B914-3139-4C5A-9827-829F37630C17}" destId="{CECB209B-F1BE-455A-9232-A90B4241EFAA}" srcOrd="0" destOrd="0" presId="urn:microsoft.com/office/officeart/2005/8/layout/vList2"/>
    <dgm:cxn modelId="{0AC18EF3-3C00-42AB-A00A-A1E3E3A1D319}" type="presOf" srcId="{6E66BD1C-676D-4D75-97B2-3D8F0AABA0B9}" destId="{F8224D95-3D05-4B03-B263-42C79B44E4F9}" srcOrd="0" destOrd="0" presId="urn:microsoft.com/office/officeart/2005/8/layout/vList2"/>
    <dgm:cxn modelId="{6C06D389-3312-4BC9-8A19-C430211246FE}" type="presParOf" srcId="{CECB209B-F1BE-455A-9232-A90B4241EFAA}" destId="{1E6E08CF-1847-4C70-8BE9-035E701A7EBB}" srcOrd="0" destOrd="0" presId="urn:microsoft.com/office/officeart/2005/8/layout/vList2"/>
    <dgm:cxn modelId="{FC34CD81-D57F-4122-9C16-4D479CCC6A37}" type="presParOf" srcId="{CECB209B-F1BE-455A-9232-A90B4241EFAA}" destId="{98580F19-2EB4-46F0-980A-70EC44512A0B}" srcOrd="1" destOrd="0" presId="urn:microsoft.com/office/officeart/2005/8/layout/vList2"/>
    <dgm:cxn modelId="{5F6D494E-BFC4-4A5A-8E00-818278C32174}" type="presParOf" srcId="{CECB209B-F1BE-455A-9232-A90B4241EFAA}" destId="{38D6262C-6CE2-44B6-9B36-D4811DA0E43B}" srcOrd="2" destOrd="0" presId="urn:microsoft.com/office/officeart/2005/8/layout/vList2"/>
    <dgm:cxn modelId="{A74B34EC-857C-43C9-9D08-3A1734ED908B}" type="presParOf" srcId="{CECB209B-F1BE-455A-9232-A90B4241EFAA}" destId="{EB051738-6F90-4DB2-A917-D51179885FF6}" srcOrd="3" destOrd="0" presId="urn:microsoft.com/office/officeart/2005/8/layout/vList2"/>
    <dgm:cxn modelId="{0718DD75-A8E8-4C53-9A2B-8E16E7C34082}" type="presParOf" srcId="{CECB209B-F1BE-455A-9232-A90B4241EFAA}" destId="{92E429FB-2E66-4F35-BD81-59A1C63F71BD}" srcOrd="4" destOrd="0" presId="urn:microsoft.com/office/officeart/2005/8/layout/vList2"/>
    <dgm:cxn modelId="{8345E130-D8B1-46B9-B9A0-9450480FAA9F}" type="presParOf" srcId="{CECB209B-F1BE-455A-9232-A90B4241EFAA}" destId="{1B34FF6B-26E5-49BA-81E1-E4D38FF06546}" srcOrd="5" destOrd="0" presId="urn:microsoft.com/office/officeart/2005/8/layout/vList2"/>
    <dgm:cxn modelId="{02FCA4CC-0FEB-44A4-AE10-08BC2C03D70A}" type="presParOf" srcId="{CECB209B-F1BE-455A-9232-A90B4241EFAA}" destId="{F8224D95-3D05-4B03-B263-42C79B44E4F9}" srcOrd="6" destOrd="0" presId="urn:microsoft.com/office/officeart/2005/8/layout/vList2"/>
    <dgm:cxn modelId="{F9390C66-C137-49ED-9816-1E22115FBB96}" type="presParOf" srcId="{CECB209B-F1BE-455A-9232-A90B4241EFAA}" destId="{5174DC0C-667B-4ACC-B17A-99D1A5C153F2}" srcOrd="7" destOrd="0" presId="urn:microsoft.com/office/officeart/2005/8/layout/vList2"/>
    <dgm:cxn modelId="{81C4D8ED-8141-44DA-B841-B3B71B2FE27A}" type="presParOf" srcId="{CECB209B-F1BE-455A-9232-A90B4241EFAA}" destId="{C3EA054F-A7DD-46FF-8528-9D6C9B23FF4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4A016E5-82B2-4FA3-8912-90BE47BF8EC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04037AE-3457-4392-BA25-B7896DC4DF07}">
      <dgm:prSet/>
      <dgm:spPr/>
      <dgm:t>
        <a:bodyPr/>
        <a:lstStyle/>
        <a:p>
          <a:r>
            <a:rPr lang="en-US"/>
            <a:t>Amikor a felhasználó megváltoztatja a mennyiséget, egy JavaScript esemény elküldi az új értéket az update_cart.php-nak.</a:t>
          </a:r>
        </a:p>
      </dgm:t>
    </dgm:pt>
    <dgm:pt modelId="{E9DBFE00-BF8B-40EC-B858-D323C15B220C}" type="parTrans" cxnId="{1F4575F3-4CFD-4DBA-A080-E6C2954C6539}">
      <dgm:prSet/>
      <dgm:spPr/>
      <dgm:t>
        <a:bodyPr/>
        <a:lstStyle/>
        <a:p>
          <a:endParaRPr lang="en-US"/>
        </a:p>
      </dgm:t>
    </dgm:pt>
    <dgm:pt modelId="{53AF2CC5-7F9A-4163-8E08-AD85DB2B43F5}" type="sibTrans" cxnId="{1F4575F3-4CFD-4DBA-A080-E6C2954C6539}">
      <dgm:prSet/>
      <dgm:spPr/>
      <dgm:t>
        <a:bodyPr/>
        <a:lstStyle/>
        <a:p>
          <a:endParaRPr lang="en-US"/>
        </a:p>
      </dgm:t>
    </dgm:pt>
    <dgm:pt modelId="{8D100BF5-12C4-44CE-A1BD-EEA82010F0B1}">
      <dgm:prSet/>
      <dgm:spPr/>
      <dgm:t>
        <a:bodyPr/>
        <a:lstStyle/>
        <a:p>
          <a:r>
            <a:rPr lang="en-US"/>
            <a:t>A PHP frissíti az adatbázist, és visszaküldi az új végösszeget JSON formátumban.</a:t>
          </a:r>
        </a:p>
      </dgm:t>
    </dgm:pt>
    <dgm:pt modelId="{8CA37FFC-4629-4D31-A030-CA8FDBFC05AE}" type="parTrans" cxnId="{C43A9F2E-BC95-478F-8A07-81FD1441B146}">
      <dgm:prSet/>
      <dgm:spPr/>
      <dgm:t>
        <a:bodyPr/>
        <a:lstStyle/>
        <a:p>
          <a:endParaRPr lang="en-US"/>
        </a:p>
      </dgm:t>
    </dgm:pt>
    <dgm:pt modelId="{43C78FE9-29FD-4A7B-8C29-F71F51898836}" type="sibTrans" cxnId="{C43A9F2E-BC95-478F-8A07-81FD1441B146}">
      <dgm:prSet/>
      <dgm:spPr/>
      <dgm:t>
        <a:bodyPr/>
        <a:lstStyle/>
        <a:p>
          <a:endParaRPr lang="en-US"/>
        </a:p>
      </dgm:t>
    </dgm:pt>
    <dgm:pt modelId="{20A3A65D-A697-464D-952C-2927B5361893}">
      <dgm:prSet/>
      <dgm:spPr/>
      <dgm:t>
        <a:bodyPr/>
        <a:lstStyle/>
        <a:p>
          <a:r>
            <a:rPr lang="en-US"/>
            <a:t>A JavaScript frissíti a sor összegét és a lap alján a teljes összeget.</a:t>
          </a:r>
        </a:p>
      </dgm:t>
    </dgm:pt>
    <dgm:pt modelId="{81D395FF-3374-463E-96F1-A0E2F031931C}" type="parTrans" cxnId="{7DEE311D-9D04-48E4-8AC2-C03A5785B873}">
      <dgm:prSet/>
      <dgm:spPr/>
      <dgm:t>
        <a:bodyPr/>
        <a:lstStyle/>
        <a:p>
          <a:endParaRPr lang="en-US"/>
        </a:p>
      </dgm:t>
    </dgm:pt>
    <dgm:pt modelId="{DF41E6C9-4E8D-4275-91F9-6653A6B25185}" type="sibTrans" cxnId="{7DEE311D-9D04-48E4-8AC2-C03A5785B873}">
      <dgm:prSet/>
      <dgm:spPr/>
      <dgm:t>
        <a:bodyPr/>
        <a:lstStyle/>
        <a:p>
          <a:endParaRPr lang="en-US"/>
        </a:p>
      </dgm:t>
    </dgm:pt>
    <dgm:pt modelId="{0C41A710-F76E-496D-A69E-9D5989ACED92}" type="pres">
      <dgm:prSet presAssocID="{E4A016E5-82B2-4FA3-8912-90BE47BF8EC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04B0758-5B38-4314-AA92-70E78950D6B1}" type="pres">
      <dgm:prSet presAssocID="{604037AE-3457-4392-BA25-B7896DC4DF07}" presName="hierRoot1" presStyleCnt="0"/>
      <dgm:spPr/>
    </dgm:pt>
    <dgm:pt modelId="{92D22EDE-F77F-4A90-824C-1EFE496EB3E1}" type="pres">
      <dgm:prSet presAssocID="{604037AE-3457-4392-BA25-B7896DC4DF07}" presName="composite" presStyleCnt="0"/>
      <dgm:spPr/>
    </dgm:pt>
    <dgm:pt modelId="{B43E2E14-D52B-4BE9-B2A1-188F4907142E}" type="pres">
      <dgm:prSet presAssocID="{604037AE-3457-4392-BA25-B7896DC4DF07}" presName="background" presStyleLbl="node0" presStyleIdx="0" presStyleCnt="3"/>
      <dgm:spPr/>
    </dgm:pt>
    <dgm:pt modelId="{31A31643-0170-4042-B2F0-D5D1208B7860}" type="pres">
      <dgm:prSet presAssocID="{604037AE-3457-4392-BA25-B7896DC4DF07}" presName="text" presStyleLbl="fgAcc0" presStyleIdx="0" presStyleCnt="3">
        <dgm:presLayoutVars>
          <dgm:chPref val="3"/>
        </dgm:presLayoutVars>
      </dgm:prSet>
      <dgm:spPr/>
    </dgm:pt>
    <dgm:pt modelId="{34179A29-DB02-4A60-B4DD-F4B4A6D11673}" type="pres">
      <dgm:prSet presAssocID="{604037AE-3457-4392-BA25-B7896DC4DF07}" presName="hierChild2" presStyleCnt="0"/>
      <dgm:spPr/>
    </dgm:pt>
    <dgm:pt modelId="{35E3F1FA-0607-43C4-9058-5CFD25D2F8D6}" type="pres">
      <dgm:prSet presAssocID="{8D100BF5-12C4-44CE-A1BD-EEA82010F0B1}" presName="hierRoot1" presStyleCnt="0"/>
      <dgm:spPr/>
    </dgm:pt>
    <dgm:pt modelId="{FE16537D-9C53-4BAB-978F-057E660260DA}" type="pres">
      <dgm:prSet presAssocID="{8D100BF5-12C4-44CE-A1BD-EEA82010F0B1}" presName="composite" presStyleCnt="0"/>
      <dgm:spPr/>
    </dgm:pt>
    <dgm:pt modelId="{EF955B2C-3B50-4A64-8B28-4D253863C264}" type="pres">
      <dgm:prSet presAssocID="{8D100BF5-12C4-44CE-A1BD-EEA82010F0B1}" presName="background" presStyleLbl="node0" presStyleIdx="1" presStyleCnt="3"/>
      <dgm:spPr/>
    </dgm:pt>
    <dgm:pt modelId="{110E3B1E-9A9F-45EC-9AC1-55A65B76AC36}" type="pres">
      <dgm:prSet presAssocID="{8D100BF5-12C4-44CE-A1BD-EEA82010F0B1}" presName="text" presStyleLbl="fgAcc0" presStyleIdx="1" presStyleCnt="3">
        <dgm:presLayoutVars>
          <dgm:chPref val="3"/>
        </dgm:presLayoutVars>
      </dgm:prSet>
      <dgm:spPr/>
    </dgm:pt>
    <dgm:pt modelId="{DE1EBAC9-6AFB-4F05-AD4C-57F552B81865}" type="pres">
      <dgm:prSet presAssocID="{8D100BF5-12C4-44CE-A1BD-EEA82010F0B1}" presName="hierChild2" presStyleCnt="0"/>
      <dgm:spPr/>
    </dgm:pt>
    <dgm:pt modelId="{422104E6-CBA1-4390-B0A5-97D408FFD205}" type="pres">
      <dgm:prSet presAssocID="{20A3A65D-A697-464D-952C-2927B5361893}" presName="hierRoot1" presStyleCnt="0"/>
      <dgm:spPr/>
    </dgm:pt>
    <dgm:pt modelId="{A47F0810-884D-4B63-BABF-FD7C57512EE2}" type="pres">
      <dgm:prSet presAssocID="{20A3A65D-A697-464D-952C-2927B5361893}" presName="composite" presStyleCnt="0"/>
      <dgm:spPr/>
    </dgm:pt>
    <dgm:pt modelId="{88963BEC-843B-4183-9856-2D5CAEFA5B0F}" type="pres">
      <dgm:prSet presAssocID="{20A3A65D-A697-464D-952C-2927B5361893}" presName="background" presStyleLbl="node0" presStyleIdx="2" presStyleCnt="3"/>
      <dgm:spPr/>
    </dgm:pt>
    <dgm:pt modelId="{788A2F8E-686A-42C1-9967-B19D7B973857}" type="pres">
      <dgm:prSet presAssocID="{20A3A65D-A697-464D-952C-2927B5361893}" presName="text" presStyleLbl="fgAcc0" presStyleIdx="2" presStyleCnt="3">
        <dgm:presLayoutVars>
          <dgm:chPref val="3"/>
        </dgm:presLayoutVars>
      </dgm:prSet>
      <dgm:spPr/>
    </dgm:pt>
    <dgm:pt modelId="{B370229C-0167-4462-A308-A8C84D29B332}" type="pres">
      <dgm:prSet presAssocID="{20A3A65D-A697-464D-952C-2927B5361893}" presName="hierChild2" presStyleCnt="0"/>
      <dgm:spPr/>
    </dgm:pt>
  </dgm:ptLst>
  <dgm:cxnLst>
    <dgm:cxn modelId="{2F01D412-4098-46D7-9DB8-57AEB893BA0A}" type="presOf" srcId="{604037AE-3457-4392-BA25-B7896DC4DF07}" destId="{31A31643-0170-4042-B2F0-D5D1208B7860}" srcOrd="0" destOrd="0" presId="urn:microsoft.com/office/officeart/2005/8/layout/hierarchy1"/>
    <dgm:cxn modelId="{7DEE311D-9D04-48E4-8AC2-C03A5785B873}" srcId="{E4A016E5-82B2-4FA3-8912-90BE47BF8EC1}" destId="{20A3A65D-A697-464D-952C-2927B5361893}" srcOrd="2" destOrd="0" parTransId="{81D395FF-3374-463E-96F1-A0E2F031931C}" sibTransId="{DF41E6C9-4E8D-4275-91F9-6653A6B25185}"/>
    <dgm:cxn modelId="{C43A9F2E-BC95-478F-8A07-81FD1441B146}" srcId="{E4A016E5-82B2-4FA3-8912-90BE47BF8EC1}" destId="{8D100BF5-12C4-44CE-A1BD-EEA82010F0B1}" srcOrd="1" destOrd="0" parTransId="{8CA37FFC-4629-4D31-A030-CA8FDBFC05AE}" sibTransId="{43C78FE9-29FD-4A7B-8C29-F71F51898836}"/>
    <dgm:cxn modelId="{19588B6A-338D-4B94-8FF6-1C65BE092F3D}" type="presOf" srcId="{20A3A65D-A697-464D-952C-2927B5361893}" destId="{788A2F8E-686A-42C1-9967-B19D7B973857}" srcOrd="0" destOrd="0" presId="urn:microsoft.com/office/officeart/2005/8/layout/hierarchy1"/>
    <dgm:cxn modelId="{125C70D8-521A-44FE-A8B5-5EA5592BD0F1}" type="presOf" srcId="{8D100BF5-12C4-44CE-A1BD-EEA82010F0B1}" destId="{110E3B1E-9A9F-45EC-9AC1-55A65B76AC36}" srcOrd="0" destOrd="0" presId="urn:microsoft.com/office/officeart/2005/8/layout/hierarchy1"/>
    <dgm:cxn modelId="{6DD9C9ED-F014-40A0-9A14-DBC1BF8E7578}" type="presOf" srcId="{E4A016E5-82B2-4FA3-8912-90BE47BF8EC1}" destId="{0C41A710-F76E-496D-A69E-9D5989ACED92}" srcOrd="0" destOrd="0" presId="urn:microsoft.com/office/officeart/2005/8/layout/hierarchy1"/>
    <dgm:cxn modelId="{1F4575F3-4CFD-4DBA-A080-E6C2954C6539}" srcId="{E4A016E5-82B2-4FA3-8912-90BE47BF8EC1}" destId="{604037AE-3457-4392-BA25-B7896DC4DF07}" srcOrd="0" destOrd="0" parTransId="{E9DBFE00-BF8B-40EC-B858-D323C15B220C}" sibTransId="{53AF2CC5-7F9A-4163-8E08-AD85DB2B43F5}"/>
    <dgm:cxn modelId="{3E71DFBD-B798-40C0-B803-B377E3BD9657}" type="presParOf" srcId="{0C41A710-F76E-496D-A69E-9D5989ACED92}" destId="{904B0758-5B38-4314-AA92-70E78950D6B1}" srcOrd="0" destOrd="0" presId="urn:microsoft.com/office/officeart/2005/8/layout/hierarchy1"/>
    <dgm:cxn modelId="{EE72048E-F1F7-4F04-A9DB-3D4AB57348D1}" type="presParOf" srcId="{904B0758-5B38-4314-AA92-70E78950D6B1}" destId="{92D22EDE-F77F-4A90-824C-1EFE496EB3E1}" srcOrd="0" destOrd="0" presId="urn:microsoft.com/office/officeart/2005/8/layout/hierarchy1"/>
    <dgm:cxn modelId="{3380F4BC-1B29-4FA1-BAE4-CCD184C9CF54}" type="presParOf" srcId="{92D22EDE-F77F-4A90-824C-1EFE496EB3E1}" destId="{B43E2E14-D52B-4BE9-B2A1-188F4907142E}" srcOrd="0" destOrd="0" presId="urn:microsoft.com/office/officeart/2005/8/layout/hierarchy1"/>
    <dgm:cxn modelId="{D4AC19CD-9D0E-4DDE-B4E2-732E681FC2ED}" type="presParOf" srcId="{92D22EDE-F77F-4A90-824C-1EFE496EB3E1}" destId="{31A31643-0170-4042-B2F0-D5D1208B7860}" srcOrd="1" destOrd="0" presId="urn:microsoft.com/office/officeart/2005/8/layout/hierarchy1"/>
    <dgm:cxn modelId="{BE6BB21C-944D-4D99-BD6B-54D52C771F1A}" type="presParOf" srcId="{904B0758-5B38-4314-AA92-70E78950D6B1}" destId="{34179A29-DB02-4A60-B4DD-F4B4A6D11673}" srcOrd="1" destOrd="0" presId="urn:microsoft.com/office/officeart/2005/8/layout/hierarchy1"/>
    <dgm:cxn modelId="{C674F1A5-4E01-4072-A87E-CFD2DD981624}" type="presParOf" srcId="{0C41A710-F76E-496D-A69E-9D5989ACED92}" destId="{35E3F1FA-0607-43C4-9058-5CFD25D2F8D6}" srcOrd="1" destOrd="0" presId="urn:microsoft.com/office/officeart/2005/8/layout/hierarchy1"/>
    <dgm:cxn modelId="{9D9206E7-3A69-4A8D-B8B3-FB86D369C463}" type="presParOf" srcId="{35E3F1FA-0607-43C4-9058-5CFD25D2F8D6}" destId="{FE16537D-9C53-4BAB-978F-057E660260DA}" srcOrd="0" destOrd="0" presId="urn:microsoft.com/office/officeart/2005/8/layout/hierarchy1"/>
    <dgm:cxn modelId="{82205153-BC33-4AC8-9D25-0FA7ACFD4327}" type="presParOf" srcId="{FE16537D-9C53-4BAB-978F-057E660260DA}" destId="{EF955B2C-3B50-4A64-8B28-4D253863C264}" srcOrd="0" destOrd="0" presId="urn:microsoft.com/office/officeart/2005/8/layout/hierarchy1"/>
    <dgm:cxn modelId="{F1608E9C-FA8E-4B83-B009-2F876546DBB9}" type="presParOf" srcId="{FE16537D-9C53-4BAB-978F-057E660260DA}" destId="{110E3B1E-9A9F-45EC-9AC1-55A65B76AC36}" srcOrd="1" destOrd="0" presId="urn:microsoft.com/office/officeart/2005/8/layout/hierarchy1"/>
    <dgm:cxn modelId="{998DC11B-047D-4DD8-B9D7-82708672BF16}" type="presParOf" srcId="{35E3F1FA-0607-43C4-9058-5CFD25D2F8D6}" destId="{DE1EBAC9-6AFB-4F05-AD4C-57F552B81865}" srcOrd="1" destOrd="0" presId="urn:microsoft.com/office/officeart/2005/8/layout/hierarchy1"/>
    <dgm:cxn modelId="{97C1D694-E56F-4A2D-9F26-D615BF162F49}" type="presParOf" srcId="{0C41A710-F76E-496D-A69E-9D5989ACED92}" destId="{422104E6-CBA1-4390-B0A5-97D408FFD205}" srcOrd="2" destOrd="0" presId="urn:microsoft.com/office/officeart/2005/8/layout/hierarchy1"/>
    <dgm:cxn modelId="{087F8531-A7CA-4513-9855-0A8FFFA826A1}" type="presParOf" srcId="{422104E6-CBA1-4390-B0A5-97D408FFD205}" destId="{A47F0810-884D-4B63-BABF-FD7C57512EE2}" srcOrd="0" destOrd="0" presId="urn:microsoft.com/office/officeart/2005/8/layout/hierarchy1"/>
    <dgm:cxn modelId="{B7BDEDF6-3F96-49FB-A7AA-9BC319F2B53D}" type="presParOf" srcId="{A47F0810-884D-4B63-BABF-FD7C57512EE2}" destId="{88963BEC-843B-4183-9856-2D5CAEFA5B0F}" srcOrd="0" destOrd="0" presId="urn:microsoft.com/office/officeart/2005/8/layout/hierarchy1"/>
    <dgm:cxn modelId="{6A13EB91-9E33-47AC-B947-193A6697EBC7}" type="presParOf" srcId="{A47F0810-884D-4B63-BABF-FD7C57512EE2}" destId="{788A2F8E-686A-42C1-9967-B19D7B973857}" srcOrd="1" destOrd="0" presId="urn:microsoft.com/office/officeart/2005/8/layout/hierarchy1"/>
    <dgm:cxn modelId="{9002EB3E-1459-47C5-A331-356AA818356C}" type="presParOf" srcId="{422104E6-CBA1-4390-B0A5-97D408FFD205}" destId="{B370229C-0167-4462-A308-A8C84D29B33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F8F3A5A-BA59-4C8F-A50E-F8B95A17A5F6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C032317-5197-402F-B141-84C45DF95EAE}">
      <dgm:prSet/>
      <dgm:spPr/>
      <dgm:t>
        <a:bodyPr/>
        <a:lstStyle/>
        <a:p>
          <a:r>
            <a:rPr lang="en-US"/>
            <a:t>A kosár oldalon betöltődik a PayPal SDK a Client ID-val.</a:t>
          </a:r>
        </a:p>
      </dgm:t>
    </dgm:pt>
    <dgm:pt modelId="{5DE01E5E-BF74-4F9A-98DD-CBDAF6F6AC06}" type="parTrans" cxnId="{C2001056-D74C-47B4-9419-028EBA882AFF}">
      <dgm:prSet/>
      <dgm:spPr/>
      <dgm:t>
        <a:bodyPr/>
        <a:lstStyle/>
        <a:p>
          <a:endParaRPr lang="en-US"/>
        </a:p>
      </dgm:t>
    </dgm:pt>
    <dgm:pt modelId="{44372D58-5787-4474-9DBE-C8569C43B875}" type="sibTrans" cxnId="{C2001056-D74C-47B4-9419-028EBA882AFF}">
      <dgm:prSet/>
      <dgm:spPr/>
      <dgm:t>
        <a:bodyPr/>
        <a:lstStyle/>
        <a:p>
          <a:endParaRPr lang="en-US"/>
        </a:p>
      </dgm:t>
    </dgm:pt>
    <dgm:pt modelId="{BDF92E5C-20F5-4B16-AFC9-41B6B5EBB9E3}">
      <dgm:prSet/>
      <dgm:spPr/>
      <dgm:t>
        <a:bodyPr/>
        <a:lstStyle/>
        <a:p>
          <a:r>
            <a:rPr lang="en-US"/>
            <a:t>A "PayPal" gomb létrehoz egy rendelést a megadott összeggel.</a:t>
          </a:r>
        </a:p>
      </dgm:t>
    </dgm:pt>
    <dgm:pt modelId="{F4BD0271-6C12-4CEE-845F-06436B78C537}" type="parTrans" cxnId="{C7E14725-9781-4843-B903-691F5EFDF717}">
      <dgm:prSet/>
      <dgm:spPr/>
      <dgm:t>
        <a:bodyPr/>
        <a:lstStyle/>
        <a:p>
          <a:endParaRPr lang="en-US"/>
        </a:p>
      </dgm:t>
    </dgm:pt>
    <dgm:pt modelId="{57054207-DB5D-4BF5-8F65-0BB3B77F8F82}" type="sibTrans" cxnId="{C7E14725-9781-4843-B903-691F5EFDF717}">
      <dgm:prSet/>
      <dgm:spPr/>
      <dgm:t>
        <a:bodyPr/>
        <a:lstStyle/>
        <a:p>
          <a:endParaRPr lang="en-US"/>
        </a:p>
      </dgm:t>
    </dgm:pt>
    <dgm:pt modelId="{8F39663C-BEC2-454F-B238-D04C6D1FC4CC}">
      <dgm:prSet/>
      <dgm:spPr/>
      <dgm:t>
        <a:bodyPr/>
        <a:lstStyle/>
        <a:p>
          <a:r>
            <a:rPr lang="en-US"/>
            <a:t>A felhasználó a PayPal oldalán jelentkezik be és jóváhagyja a fizetést.</a:t>
          </a:r>
        </a:p>
      </dgm:t>
    </dgm:pt>
    <dgm:pt modelId="{EEF31F5D-9E8B-4B12-BAF8-B106187AD990}" type="parTrans" cxnId="{AF3BDE67-A3C3-41E5-AB1E-231AA8B099E2}">
      <dgm:prSet/>
      <dgm:spPr/>
      <dgm:t>
        <a:bodyPr/>
        <a:lstStyle/>
        <a:p>
          <a:endParaRPr lang="en-US"/>
        </a:p>
      </dgm:t>
    </dgm:pt>
    <dgm:pt modelId="{360B88E2-5868-4D89-9C68-5F03F5C1AE25}" type="sibTrans" cxnId="{AF3BDE67-A3C3-41E5-AB1E-231AA8B099E2}">
      <dgm:prSet/>
      <dgm:spPr/>
      <dgm:t>
        <a:bodyPr/>
        <a:lstStyle/>
        <a:p>
          <a:endParaRPr lang="en-US"/>
        </a:p>
      </dgm:t>
    </dgm:pt>
    <dgm:pt modelId="{7BAA043C-12FD-4661-BF81-B2723696AD9C}">
      <dgm:prSet/>
      <dgm:spPr/>
      <dgm:t>
        <a:bodyPr/>
        <a:lstStyle/>
        <a:p>
          <a:r>
            <a:rPr lang="en-US"/>
            <a:t>Sikeres fizetés után visszairányítás a payment_success.php oldalra.</a:t>
          </a:r>
        </a:p>
      </dgm:t>
    </dgm:pt>
    <dgm:pt modelId="{60E3761C-A2D7-4419-8934-E35643D0D576}" type="parTrans" cxnId="{7A56F0A3-753F-429A-97E4-84C72A9ACAEC}">
      <dgm:prSet/>
      <dgm:spPr/>
      <dgm:t>
        <a:bodyPr/>
        <a:lstStyle/>
        <a:p>
          <a:endParaRPr lang="en-US"/>
        </a:p>
      </dgm:t>
    </dgm:pt>
    <dgm:pt modelId="{FEFBFDCD-4A3E-480E-996E-6D61FB4843B6}" type="sibTrans" cxnId="{7A56F0A3-753F-429A-97E4-84C72A9ACAEC}">
      <dgm:prSet/>
      <dgm:spPr/>
      <dgm:t>
        <a:bodyPr/>
        <a:lstStyle/>
        <a:p>
          <a:endParaRPr lang="en-US"/>
        </a:p>
      </dgm:t>
    </dgm:pt>
    <dgm:pt modelId="{8F704A9E-C088-4AB1-8FC9-9A4BC4BBF8DA}" type="pres">
      <dgm:prSet presAssocID="{5F8F3A5A-BA59-4C8F-A50E-F8B95A17A5F6}" presName="Name0" presStyleCnt="0">
        <dgm:presLayoutVars>
          <dgm:dir/>
          <dgm:animLvl val="lvl"/>
          <dgm:resizeHandles val="exact"/>
        </dgm:presLayoutVars>
      </dgm:prSet>
      <dgm:spPr/>
    </dgm:pt>
    <dgm:pt modelId="{C75C16DF-59FE-4460-9D56-8ADD63B88F13}" type="pres">
      <dgm:prSet presAssocID="{BC032317-5197-402F-B141-84C45DF95EAE}" presName="linNode" presStyleCnt="0"/>
      <dgm:spPr/>
    </dgm:pt>
    <dgm:pt modelId="{2CBD255D-E492-475A-A282-29991D3692A1}" type="pres">
      <dgm:prSet presAssocID="{BC032317-5197-402F-B141-84C45DF95EAE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1380EC3E-7314-4951-99CA-4A658B596093}" type="pres">
      <dgm:prSet presAssocID="{44372D58-5787-4474-9DBE-C8569C43B875}" presName="sp" presStyleCnt="0"/>
      <dgm:spPr/>
    </dgm:pt>
    <dgm:pt modelId="{14118FBD-54B2-4DEF-8A88-81038663C47D}" type="pres">
      <dgm:prSet presAssocID="{BDF92E5C-20F5-4B16-AFC9-41B6B5EBB9E3}" presName="linNode" presStyleCnt="0"/>
      <dgm:spPr/>
    </dgm:pt>
    <dgm:pt modelId="{3BA86A36-84FD-45FC-8C82-66A69A65B43F}" type="pres">
      <dgm:prSet presAssocID="{BDF92E5C-20F5-4B16-AFC9-41B6B5EBB9E3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F994D8C3-2EB6-4DA5-A2BE-80B890A6E4A0}" type="pres">
      <dgm:prSet presAssocID="{57054207-DB5D-4BF5-8F65-0BB3B77F8F82}" presName="sp" presStyleCnt="0"/>
      <dgm:spPr/>
    </dgm:pt>
    <dgm:pt modelId="{163CE746-AA0D-4780-92FF-A56856FD7B5F}" type="pres">
      <dgm:prSet presAssocID="{8F39663C-BEC2-454F-B238-D04C6D1FC4CC}" presName="linNode" presStyleCnt="0"/>
      <dgm:spPr/>
    </dgm:pt>
    <dgm:pt modelId="{FA431BD1-E6BD-4C0C-9BA5-7B5F0EBB37F5}" type="pres">
      <dgm:prSet presAssocID="{8F39663C-BEC2-454F-B238-D04C6D1FC4CC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503DFD94-2B3A-441A-9E57-A93AF0FB23C2}" type="pres">
      <dgm:prSet presAssocID="{360B88E2-5868-4D89-9C68-5F03F5C1AE25}" presName="sp" presStyleCnt="0"/>
      <dgm:spPr/>
    </dgm:pt>
    <dgm:pt modelId="{07B52750-3813-425C-8FA2-A2FFB114E232}" type="pres">
      <dgm:prSet presAssocID="{7BAA043C-12FD-4661-BF81-B2723696AD9C}" presName="linNode" presStyleCnt="0"/>
      <dgm:spPr/>
    </dgm:pt>
    <dgm:pt modelId="{10BBF187-AE88-4BAB-979C-5BE0E24471A5}" type="pres">
      <dgm:prSet presAssocID="{7BAA043C-12FD-4661-BF81-B2723696AD9C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C7E14725-9781-4843-B903-691F5EFDF717}" srcId="{5F8F3A5A-BA59-4C8F-A50E-F8B95A17A5F6}" destId="{BDF92E5C-20F5-4B16-AFC9-41B6B5EBB9E3}" srcOrd="1" destOrd="0" parTransId="{F4BD0271-6C12-4CEE-845F-06436B78C537}" sibTransId="{57054207-DB5D-4BF5-8F65-0BB3B77F8F82}"/>
    <dgm:cxn modelId="{5BD57726-BDF5-4293-AB82-5A23EEAC6058}" type="presOf" srcId="{5F8F3A5A-BA59-4C8F-A50E-F8B95A17A5F6}" destId="{8F704A9E-C088-4AB1-8FC9-9A4BC4BBF8DA}" srcOrd="0" destOrd="0" presId="urn:microsoft.com/office/officeart/2005/8/layout/vList5"/>
    <dgm:cxn modelId="{B3A6F03A-505C-4010-942D-CA843F12D896}" type="presOf" srcId="{BC032317-5197-402F-B141-84C45DF95EAE}" destId="{2CBD255D-E492-475A-A282-29991D3692A1}" srcOrd="0" destOrd="0" presId="urn:microsoft.com/office/officeart/2005/8/layout/vList5"/>
    <dgm:cxn modelId="{AF3BDE67-A3C3-41E5-AB1E-231AA8B099E2}" srcId="{5F8F3A5A-BA59-4C8F-A50E-F8B95A17A5F6}" destId="{8F39663C-BEC2-454F-B238-D04C6D1FC4CC}" srcOrd="2" destOrd="0" parTransId="{EEF31F5D-9E8B-4B12-BAF8-B106187AD990}" sibTransId="{360B88E2-5868-4D89-9C68-5F03F5C1AE25}"/>
    <dgm:cxn modelId="{C2001056-D74C-47B4-9419-028EBA882AFF}" srcId="{5F8F3A5A-BA59-4C8F-A50E-F8B95A17A5F6}" destId="{BC032317-5197-402F-B141-84C45DF95EAE}" srcOrd="0" destOrd="0" parTransId="{5DE01E5E-BF74-4F9A-98DD-CBDAF6F6AC06}" sibTransId="{44372D58-5787-4474-9DBE-C8569C43B875}"/>
    <dgm:cxn modelId="{15B8D486-309A-46B9-8515-DE60A2AABD9E}" type="presOf" srcId="{8F39663C-BEC2-454F-B238-D04C6D1FC4CC}" destId="{FA431BD1-E6BD-4C0C-9BA5-7B5F0EBB37F5}" srcOrd="0" destOrd="0" presId="urn:microsoft.com/office/officeart/2005/8/layout/vList5"/>
    <dgm:cxn modelId="{7A56F0A3-753F-429A-97E4-84C72A9ACAEC}" srcId="{5F8F3A5A-BA59-4C8F-A50E-F8B95A17A5F6}" destId="{7BAA043C-12FD-4661-BF81-B2723696AD9C}" srcOrd="3" destOrd="0" parTransId="{60E3761C-A2D7-4419-8934-E35643D0D576}" sibTransId="{FEFBFDCD-4A3E-480E-996E-6D61FB4843B6}"/>
    <dgm:cxn modelId="{59200EB0-9825-4060-A0C8-86B14CBBF82B}" type="presOf" srcId="{BDF92E5C-20F5-4B16-AFC9-41B6B5EBB9E3}" destId="{3BA86A36-84FD-45FC-8C82-66A69A65B43F}" srcOrd="0" destOrd="0" presId="urn:microsoft.com/office/officeart/2005/8/layout/vList5"/>
    <dgm:cxn modelId="{FA7FAEE8-A1BC-482A-BCCE-AA59E0F1667D}" type="presOf" srcId="{7BAA043C-12FD-4661-BF81-B2723696AD9C}" destId="{10BBF187-AE88-4BAB-979C-5BE0E24471A5}" srcOrd="0" destOrd="0" presId="urn:microsoft.com/office/officeart/2005/8/layout/vList5"/>
    <dgm:cxn modelId="{0F225D47-A2A5-432D-B500-EDEADAFEA553}" type="presParOf" srcId="{8F704A9E-C088-4AB1-8FC9-9A4BC4BBF8DA}" destId="{C75C16DF-59FE-4460-9D56-8ADD63B88F13}" srcOrd="0" destOrd="0" presId="urn:microsoft.com/office/officeart/2005/8/layout/vList5"/>
    <dgm:cxn modelId="{4C3377FF-847A-44E7-B989-6C1DF9FF978B}" type="presParOf" srcId="{C75C16DF-59FE-4460-9D56-8ADD63B88F13}" destId="{2CBD255D-E492-475A-A282-29991D3692A1}" srcOrd="0" destOrd="0" presId="urn:microsoft.com/office/officeart/2005/8/layout/vList5"/>
    <dgm:cxn modelId="{EEED6C48-2EA5-42C7-A820-6B8EF2806A51}" type="presParOf" srcId="{8F704A9E-C088-4AB1-8FC9-9A4BC4BBF8DA}" destId="{1380EC3E-7314-4951-99CA-4A658B596093}" srcOrd="1" destOrd="0" presId="urn:microsoft.com/office/officeart/2005/8/layout/vList5"/>
    <dgm:cxn modelId="{6DCEAC4E-F147-4A35-A234-4EB5940DE126}" type="presParOf" srcId="{8F704A9E-C088-4AB1-8FC9-9A4BC4BBF8DA}" destId="{14118FBD-54B2-4DEF-8A88-81038663C47D}" srcOrd="2" destOrd="0" presId="urn:microsoft.com/office/officeart/2005/8/layout/vList5"/>
    <dgm:cxn modelId="{CCD210C8-D332-4B56-91DE-711CB52C52F4}" type="presParOf" srcId="{14118FBD-54B2-4DEF-8A88-81038663C47D}" destId="{3BA86A36-84FD-45FC-8C82-66A69A65B43F}" srcOrd="0" destOrd="0" presId="urn:microsoft.com/office/officeart/2005/8/layout/vList5"/>
    <dgm:cxn modelId="{B4106FC6-109C-4487-A9F8-82EEE248E45B}" type="presParOf" srcId="{8F704A9E-C088-4AB1-8FC9-9A4BC4BBF8DA}" destId="{F994D8C3-2EB6-4DA5-A2BE-80B890A6E4A0}" srcOrd="3" destOrd="0" presId="urn:microsoft.com/office/officeart/2005/8/layout/vList5"/>
    <dgm:cxn modelId="{C60848A1-4F02-484E-98EE-84D826361B75}" type="presParOf" srcId="{8F704A9E-C088-4AB1-8FC9-9A4BC4BBF8DA}" destId="{163CE746-AA0D-4780-92FF-A56856FD7B5F}" srcOrd="4" destOrd="0" presId="urn:microsoft.com/office/officeart/2005/8/layout/vList5"/>
    <dgm:cxn modelId="{40CF79B5-4F6A-4C6E-AA95-6E2213C3E076}" type="presParOf" srcId="{163CE746-AA0D-4780-92FF-A56856FD7B5F}" destId="{FA431BD1-E6BD-4C0C-9BA5-7B5F0EBB37F5}" srcOrd="0" destOrd="0" presId="urn:microsoft.com/office/officeart/2005/8/layout/vList5"/>
    <dgm:cxn modelId="{FA7497FC-EF73-4735-A17E-DE426914EDB1}" type="presParOf" srcId="{8F704A9E-C088-4AB1-8FC9-9A4BC4BBF8DA}" destId="{503DFD94-2B3A-441A-9E57-A93AF0FB23C2}" srcOrd="5" destOrd="0" presId="urn:microsoft.com/office/officeart/2005/8/layout/vList5"/>
    <dgm:cxn modelId="{4CCA0942-9B0B-4D54-94F3-01B20082FED8}" type="presParOf" srcId="{8F704A9E-C088-4AB1-8FC9-9A4BC4BBF8DA}" destId="{07B52750-3813-425C-8FA2-A2FFB114E232}" srcOrd="6" destOrd="0" presId="urn:microsoft.com/office/officeart/2005/8/layout/vList5"/>
    <dgm:cxn modelId="{8E58EF53-419C-428F-BC66-0AFE1D1B427F}" type="presParOf" srcId="{07B52750-3813-425C-8FA2-A2FFB114E232}" destId="{10BBF187-AE88-4BAB-979C-5BE0E24471A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B600643-5712-4A48-9F23-06BEF6255D5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9540B53-505E-428F-B942-1FFEFB9DDC70}">
      <dgm:prSet/>
      <dgm:spPr/>
      <dgm:t>
        <a:bodyPr/>
        <a:lstStyle/>
        <a:p>
          <a:r>
            <a:rPr lang="en-US"/>
            <a:t>Üzenet: "A fizetési folyamatot megszakítottad."</a:t>
          </a:r>
        </a:p>
      </dgm:t>
    </dgm:pt>
    <dgm:pt modelId="{ED82F3CF-D21A-4E04-B414-EA94250D7977}" type="parTrans" cxnId="{DB7B7F0A-5CA2-4EB9-9205-8490368963A4}">
      <dgm:prSet/>
      <dgm:spPr/>
      <dgm:t>
        <a:bodyPr/>
        <a:lstStyle/>
        <a:p>
          <a:endParaRPr lang="en-US"/>
        </a:p>
      </dgm:t>
    </dgm:pt>
    <dgm:pt modelId="{CB43813F-E315-43BE-A9D8-C05BF4B21B5E}" type="sibTrans" cxnId="{DB7B7F0A-5CA2-4EB9-9205-8490368963A4}">
      <dgm:prSet/>
      <dgm:spPr/>
      <dgm:t>
        <a:bodyPr/>
        <a:lstStyle/>
        <a:p>
          <a:endParaRPr lang="en-US"/>
        </a:p>
      </dgm:t>
    </dgm:pt>
    <dgm:pt modelId="{CA8A6A37-4402-4CE1-AC27-B6FC4957F80D}">
      <dgm:prSet/>
      <dgm:spPr/>
      <dgm:t>
        <a:bodyPr/>
        <a:lstStyle/>
        <a:p>
          <a:r>
            <a:rPr lang="en-US"/>
            <a:t>Gomb: "Vissza a kosárhoz"</a:t>
          </a:r>
        </a:p>
      </dgm:t>
    </dgm:pt>
    <dgm:pt modelId="{3175E1E3-09E7-467F-89FD-E7E23CA1A1C5}" type="parTrans" cxnId="{A037DCC3-5DB5-4190-BCD5-375AC2400901}">
      <dgm:prSet/>
      <dgm:spPr/>
      <dgm:t>
        <a:bodyPr/>
        <a:lstStyle/>
        <a:p>
          <a:endParaRPr lang="en-US"/>
        </a:p>
      </dgm:t>
    </dgm:pt>
    <dgm:pt modelId="{A170D266-5C1F-4373-9077-2F4C6E6226A2}" type="sibTrans" cxnId="{A037DCC3-5DB5-4190-BCD5-375AC2400901}">
      <dgm:prSet/>
      <dgm:spPr/>
      <dgm:t>
        <a:bodyPr/>
        <a:lstStyle/>
        <a:p>
          <a:endParaRPr lang="en-US"/>
        </a:p>
      </dgm:t>
    </dgm:pt>
    <dgm:pt modelId="{3825FB9F-3BA8-416B-B396-39C483346822}">
      <dgm:prSet/>
      <dgm:spPr/>
      <dgm:t>
        <a:bodyPr/>
        <a:lstStyle/>
        <a:p>
          <a:r>
            <a:rPr lang="en-US"/>
            <a:t>A kosár tartalma nem változik, a felhasználó folytathatja a vásárlást.</a:t>
          </a:r>
        </a:p>
      </dgm:t>
    </dgm:pt>
    <dgm:pt modelId="{41E50376-988F-4EFD-965B-EB13F3BE8C9C}" type="parTrans" cxnId="{E74B656E-AE1E-489B-8D38-12BA0567FB3C}">
      <dgm:prSet/>
      <dgm:spPr/>
      <dgm:t>
        <a:bodyPr/>
        <a:lstStyle/>
        <a:p>
          <a:endParaRPr lang="en-US"/>
        </a:p>
      </dgm:t>
    </dgm:pt>
    <dgm:pt modelId="{5A34F9ED-3945-4342-A18F-3763B9CF55B2}" type="sibTrans" cxnId="{E74B656E-AE1E-489B-8D38-12BA0567FB3C}">
      <dgm:prSet/>
      <dgm:spPr/>
      <dgm:t>
        <a:bodyPr/>
        <a:lstStyle/>
        <a:p>
          <a:endParaRPr lang="en-US"/>
        </a:p>
      </dgm:t>
    </dgm:pt>
    <dgm:pt modelId="{E29B5E82-3CE8-4EF1-90F9-F3CF4ACCA916}" type="pres">
      <dgm:prSet presAssocID="{1B600643-5712-4A48-9F23-06BEF6255D5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3B4082C-40B0-4231-B146-1F03C590E48E}" type="pres">
      <dgm:prSet presAssocID="{69540B53-505E-428F-B942-1FFEFB9DDC70}" presName="hierRoot1" presStyleCnt="0"/>
      <dgm:spPr/>
    </dgm:pt>
    <dgm:pt modelId="{D986A2E4-863A-4133-AD43-8131227DB1B3}" type="pres">
      <dgm:prSet presAssocID="{69540B53-505E-428F-B942-1FFEFB9DDC70}" presName="composite" presStyleCnt="0"/>
      <dgm:spPr/>
    </dgm:pt>
    <dgm:pt modelId="{1DD7334E-BA00-4193-8CB2-3E395D8B4357}" type="pres">
      <dgm:prSet presAssocID="{69540B53-505E-428F-B942-1FFEFB9DDC70}" presName="background" presStyleLbl="node0" presStyleIdx="0" presStyleCnt="3"/>
      <dgm:spPr/>
    </dgm:pt>
    <dgm:pt modelId="{170DE2BE-A7C3-48BB-94A8-0E49B5BB4F31}" type="pres">
      <dgm:prSet presAssocID="{69540B53-505E-428F-B942-1FFEFB9DDC70}" presName="text" presStyleLbl="fgAcc0" presStyleIdx="0" presStyleCnt="3">
        <dgm:presLayoutVars>
          <dgm:chPref val="3"/>
        </dgm:presLayoutVars>
      </dgm:prSet>
      <dgm:spPr/>
    </dgm:pt>
    <dgm:pt modelId="{F56D00FF-8AC4-4B40-8DAF-183EB70D9F8B}" type="pres">
      <dgm:prSet presAssocID="{69540B53-505E-428F-B942-1FFEFB9DDC70}" presName="hierChild2" presStyleCnt="0"/>
      <dgm:spPr/>
    </dgm:pt>
    <dgm:pt modelId="{2726CB2A-1C0F-468D-AAB4-E9C474909443}" type="pres">
      <dgm:prSet presAssocID="{CA8A6A37-4402-4CE1-AC27-B6FC4957F80D}" presName="hierRoot1" presStyleCnt="0"/>
      <dgm:spPr/>
    </dgm:pt>
    <dgm:pt modelId="{F5A9B4E9-EE75-4A9D-90FD-81CF8647B6BE}" type="pres">
      <dgm:prSet presAssocID="{CA8A6A37-4402-4CE1-AC27-B6FC4957F80D}" presName="composite" presStyleCnt="0"/>
      <dgm:spPr/>
    </dgm:pt>
    <dgm:pt modelId="{F1EC04BA-0CCF-404E-9100-932EC80815F2}" type="pres">
      <dgm:prSet presAssocID="{CA8A6A37-4402-4CE1-AC27-B6FC4957F80D}" presName="background" presStyleLbl="node0" presStyleIdx="1" presStyleCnt="3"/>
      <dgm:spPr/>
    </dgm:pt>
    <dgm:pt modelId="{C323D9D4-AB56-4144-AD90-AEE413D6CA51}" type="pres">
      <dgm:prSet presAssocID="{CA8A6A37-4402-4CE1-AC27-B6FC4957F80D}" presName="text" presStyleLbl="fgAcc0" presStyleIdx="1" presStyleCnt="3">
        <dgm:presLayoutVars>
          <dgm:chPref val="3"/>
        </dgm:presLayoutVars>
      </dgm:prSet>
      <dgm:spPr/>
    </dgm:pt>
    <dgm:pt modelId="{5FFE71E8-2C2A-4AE5-8D3C-EEBB1A8C2EE5}" type="pres">
      <dgm:prSet presAssocID="{CA8A6A37-4402-4CE1-AC27-B6FC4957F80D}" presName="hierChild2" presStyleCnt="0"/>
      <dgm:spPr/>
    </dgm:pt>
    <dgm:pt modelId="{D1D0BE4B-64BD-4DFC-8BFC-B5AB94121D09}" type="pres">
      <dgm:prSet presAssocID="{3825FB9F-3BA8-416B-B396-39C483346822}" presName="hierRoot1" presStyleCnt="0"/>
      <dgm:spPr/>
    </dgm:pt>
    <dgm:pt modelId="{B4D36D4B-C420-45D6-9239-53F0134BDA51}" type="pres">
      <dgm:prSet presAssocID="{3825FB9F-3BA8-416B-B396-39C483346822}" presName="composite" presStyleCnt="0"/>
      <dgm:spPr/>
    </dgm:pt>
    <dgm:pt modelId="{9E1637AE-5A2B-477C-B100-67DAB648C720}" type="pres">
      <dgm:prSet presAssocID="{3825FB9F-3BA8-416B-B396-39C483346822}" presName="background" presStyleLbl="node0" presStyleIdx="2" presStyleCnt="3"/>
      <dgm:spPr/>
    </dgm:pt>
    <dgm:pt modelId="{8F21B5CE-528F-48EB-BE2F-EA7FDA74D80E}" type="pres">
      <dgm:prSet presAssocID="{3825FB9F-3BA8-416B-B396-39C483346822}" presName="text" presStyleLbl="fgAcc0" presStyleIdx="2" presStyleCnt="3">
        <dgm:presLayoutVars>
          <dgm:chPref val="3"/>
        </dgm:presLayoutVars>
      </dgm:prSet>
      <dgm:spPr/>
    </dgm:pt>
    <dgm:pt modelId="{12A2FFB0-F1FE-4392-B56B-3F80205961F8}" type="pres">
      <dgm:prSet presAssocID="{3825FB9F-3BA8-416B-B396-39C483346822}" presName="hierChild2" presStyleCnt="0"/>
      <dgm:spPr/>
    </dgm:pt>
  </dgm:ptLst>
  <dgm:cxnLst>
    <dgm:cxn modelId="{87A25103-CB53-4782-8C11-91072CEB8A1B}" type="presOf" srcId="{1B600643-5712-4A48-9F23-06BEF6255D5A}" destId="{E29B5E82-3CE8-4EF1-90F9-F3CF4ACCA916}" srcOrd="0" destOrd="0" presId="urn:microsoft.com/office/officeart/2005/8/layout/hierarchy1"/>
    <dgm:cxn modelId="{DB7B7F0A-5CA2-4EB9-9205-8490368963A4}" srcId="{1B600643-5712-4A48-9F23-06BEF6255D5A}" destId="{69540B53-505E-428F-B942-1FFEFB9DDC70}" srcOrd="0" destOrd="0" parTransId="{ED82F3CF-D21A-4E04-B414-EA94250D7977}" sibTransId="{CB43813F-E315-43BE-A9D8-C05BF4B21B5E}"/>
    <dgm:cxn modelId="{07358F24-C210-4003-82AB-8F90ED893A97}" type="presOf" srcId="{CA8A6A37-4402-4CE1-AC27-B6FC4957F80D}" destId="{C323D9D4-AB56-4144-AD90-AEE413D6CA51}" srcOrd="0" destOrd="0" presId="urn:microsoft.com/office/officeart/2005/8/layout/hierarchy1"/>
    <dgm:cxn modelId="{52EE146B-D896-491A-906A-70D10C651AFA}" type="presOf" srcId="{3825FB9F-3BA8-416B-B396-39C483346822}" destId="{8F21B5CE-528F-48EB-BE2F-EA7FDA74D80E}" srcOrd="0" destOrd="0" presId="urn:microsoft.com/office/officeart/2005/8/layout/hierarchy1"/>
    <dgm:cxn modelId="{E74B656E-AE1E-489B-8D38-12BA0567FB3C}" srcId="{1B600643-5712-4A48-9F23-06BEF6255D5A}" destId="{3825FB9F-3BA8-416B-B396-39C483346822}" srcOrd="2" destOrd="0" parTransId="{41E50376-988F-4EFD-965B-EB13F3BE8C9C}" sibTransId="{5A34F9ED-3945-4342-A18F-3763B9CF55B2}"/>
    <dgm:cxn modelId="{4F08ECC2-ED40-41D0-BBA2-52E77AC1FAF3}" type="presOf" srcId="{69540B53-505E-428F-B942-1FFEFB9DDC70}" destId="{170DE2BE-A7C3-48BB-94A8-0E49B5BB4F31}" srcOrd="0" destOrd="0" presId="urn:microsoft.com/office/officeart/2005/8/layout/hierarchy1"/>
    <dgm:cxn modelId="{A037DCC3-5DB5-4190-BCD5-375AC2400901}" srcId="{1B600643-5712-4A48-9F23-06BEF6255D5A}" destId="{CA8A6A37-4402-4CE1-AC27-B6FC4957F80D}" srcOrd="1" destOrd="0" parTransId="{3175E1E3-09E7-467F-89FD-E7E23CA1A1C5}" sibTransId="{A170D266-5C1F-4373-9077-2F4C6E6226A2}"/>
    <dgm:cxn modelId="{31DD5BCC-C284-4DBD-9E5A-80971E072FCB}" type="presParOf" srcId="{E29B5E82-3CE8-4EF1-90F9-F3CF4ACCA916}" destId="{73B4082C-40B0-4231-B146-1F03C590E48E}" srcOrd="0" destOrd="0" presId="urn:microsoft.com/office/officeart/2005/8/layout/hierarchy1"/>
    <dgm:cxn modelId="{AB4A484B-86A3-45BF-A4EA-DE9581CD077C}" type="presParOf" srcId="{73B4082C-40B0-4231-B146-1F03C590E48E}" destId="{D986A2E4-863A-4133-AD43-8131227DB1B3}" srcOrd="0" destOrd="0" presId="urn:microsoft.com/office/officeart/2005/8/layout/hierarchy1"/>
    <dgm:cxn modelId="{E84D30D7-9DC3-4774-9BFE-3716289AC75E}" type="presParOf" srcId="{D986A2E4-863A-4133-AD43-8131227DB1B3}" destId="{1DD7334E-BA00-4193-8CB2-3E395D8B4357}" srcOrd="0" destOrd="0" presId="urn:microsoft.com/office/officeart/2005/8/layout/hierarchy1"/>
    <dgm:cxn modelId="{4371E7AC-C9C2-43D6-BD9F-298C0EC74D88}" type="presParOf" srcId="{D986A2E4-863A-4133-AD43-8131227DB1B3}" destId="{170DE2BE-A7C3-48BB-94A8-0E49B5BB4F31}" srcOrd="1" destOrd="0" presId="urn:microsoft.com/office/officeart/2005/8/layout/hierarchy1"/>
    <dgm:cxn modelId="{144C9CB7-0402-49D9-9671-993C60CDABCE}" type="presParOf" srcId="{73B4082C-40B0-4231-B146-1F03C590E48E}" destId="{F56D00FF-8AC4-4B40-8DAF-183EB70D9F8B}" srcOrd="1" destOrd="0" presId="urn:microsoft.com/office/officeart/2005/8/layout/hierarchy1"/>
    <dgm:cxn modelId="{CB4E5D11-CAF1-4260-A959-2368BE3292C8}" type="presParOf" srcId="{E29B5E82-3CE8-4EF1-90F9-F3CF4ACCA916}" destId="{2726CB2A-1C0F-468D-AAB4-E9C474909443}" srcOrd="1" destOrd="0" presId="urn:microsoft.com/office/officeart/2005/8/layout/hierarchy1"/>
    <dgm:cxn modelId="{23998B55-2BE4-4E70-9B2B-A6062D6B1871}" type="presParOf" srcId="{2726CB2A-1C0F-468D-AAB4-E9C474909443}" destId="{F5A9B4E9-EE75-4A9D-90FD-81CF8647B6BE}" srcOrd="0" destOrd="0" presId="urn:microsoft.com/office/officeart/2005/8/layout/hierarchy1"/>
    <dgm:cxn modelId="{857AE745-2145-48A8-9253-B60082B94ABD}" type="presParOf" srcId="{F5A9B4E9-EE75-4A9D-90FD-81CF8647B6BE}" destId="{F1EC04BA-0CCF-404E-9100-932EC80815F2}" srcOrd="0" destOrd="0" presId="urn:microsoft.com/office/officeart/2005/8/layout/hierarchy1"/>
    <dgm:cxn modelId="{8C7E1F6E-5657-47C2-B326-5BB611D48FA3}" type="presParOf" srcId="{F5A9B4E9-EE75-4A9D-90FD-81CF8647B6BE}" destId="{C323D9D4-AB56-4144-AD90-AEE413D6CA51}" srcOrd="1" destOrd="0" presId="urn:microsoft.com/office/officeart/2005/8/layout/hierarchy1"/>
    <dgm:cxn modelId="{E22C7283-BDF8-495D-BE42-DBE02BA261F5}" type="presParOf" srcId="{2726CB2A-1C0F-468D-AAB4-E9C474909443}" destId="{5FFE71E8-2C2A-4AE5-8D3C-EEBB1A8C2EE5}" srcOrd="1" destOrd="0" presId="urn:microsoft.com/office/officeart/2005/8/layout/hierarchy1"/>
    <dgm:cxn modelId="{B9F18F1B-2830-419E-8F34-1273E860579B}" type="presParOf" srcId="{E29B5E82-3CE8-4EF1-90F9-F3CF4ACCA916}" destId="{D1D0BE4B-64BD-4DFC-8BFC-B5AB94121D09}" srcOrd="2" destOrd="0" presId="urn:microsoft.com/office/officeart/2005/8/layout/hierarchy1"/>
    <dgm:cxn modelId="{F69279D0-8801-44AB-B0A3-9976EBB47E92}" type="presParOf" srcId="{D1D0BE4B-64BD-4DFC-8BFC-B5AB94121D09}" destId="{B4D36D4B-C420-45D6-9239-53F0134BDA51}" srcOrd="0" destOrd="0" presId="urn:microsoft.com/office/officeart/2005/8/layout/hierarchy1"/>
    <dgm:cxn modelId="{9B57F0DB-0A68-48E3-B063-63792193CB09}" type="presParOf" srcId="{B4D36D4B-C420-45D6-9239-53F0134BDA51}" destId="{9E1637AE-5A2B-477C-B100-67DAB648C720}" srcOrd="0" destOrd="0" presId="urn:microsoft.com/office/officeart/2005/8/layout/hierarchy1"/>
    <dgm:cxn modelId="{9450B9EF-4F2C-46B8-954F-4B63A4D41A98}" type="presParOf" srcId="{B4D36D4B-C420-45D6-9239-53F0134BDA51}" destId="{8F21B5CE-528F-48EB-BE2F-EA7FDA74D80E}" srcOrd="1" destOrd="0" presId="urn:microsoft.com/office/officeart/2005/8/layout/hierarchy1"/>
    <dgm:cxn modelId="{19F9F8B8-77E0-449B-9467-AA00B528BCF8}" type="presParOf" srcId="{D1D0BE4B-64BD-4DFC-8BFC-B5AB94121D09}" destId="{12A2FFB0-F1FE-4392-B56B-3F80205961F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C83CC60-8DB3-4EFC-B219-AE7F1363BDC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4279EC8-DB06-48EE-956C-C5BE45F8438A}">
      <dgm:prSet/>
      <dgm:spPr/>
      <dgm:t>
        <a:bodyPr/>
        <a:lstStyle/>
        <a:p>
          <a:r>
            <a:rPr lang="en-US"/>
            <a:t>Táblázatos lista az összes termékről (ID, 3 kép, név, ár).</a:t>
          </a:r>
        </a:p>
      </dgm:t>
    </dgm:pt>
    <dgm:pt modelId="{752DB927-BE67-4053-8549-73CCBFDB3A47}" type="parTrans" cxnId="{70C4009D-E91C-422A-8DDC-ADC1710CB8ED}">
      <dgm:prSet/>
      <dgm:spPr/>
      <dgm:t>
        <a:bodyPr/>
        <a:lstStyle/>
        <a:p>
          <a:endParaRPr lang="en-US"/>
        </a:p>
      </dgm:t>
    </dgm:pt>
    <dgm:pt modelId="{6D7063A3-1017-46FC-93D6-361F418F740A}" type="sibTrans" cxnId="{70C4009D-E91C-422A-8DDC-ADC1710CB8ED}">
      <dgm:prSet/>
      <dgm:spPr/>
      <dgm:t>
        <a:bodyPr/>
        <a:lstStyle/>
        <a:p>
          <a:endParaRPr lang="en-US"/>
        </a:p>
      </dgm:t>
    </dgm:pt>
    <dgm:pt modelId="{143125EC-BD6F-4F8C-B8F0-FB89B0B78BC0}">
      <dgm:prSet/>
      <dgm:spPr/>
      <dgm:t>
        <a:bodyPr/>
        <a:lstStyle/>
        <a:p>
          <a:r>
            <a:rPr lang="en-US"/>
            <a:t>Gombok: Új cipő hozzáadása, szerkesztés (ceruza), törlés (kuka).</a:t>
          </a:r>
        </a:p>
      </dgm:t>
    </dgm:pt>
    <dgm:pt modelId="{D0875573-973B-4F11-85C0-72415143F4CE}" type="parTrans" cxnId="{E3BEEE70-1B92-40F6-97B5-1F4C56D46860}">
      <dgm:prSet/>
      <dgm:spPr/>
      <dgm:t>
        <a:bodyPr/>
        <a:lstStyle/>
        <a:p>
          <a:endParaRPr lang="en-US"/>
        </a:p>
      </dgm:t>
    </dgm:pt>
    <dgm:pt modelId="{7F311338-E1A3-483F-B293-CCA2C24D56F5}" type="sibTrans" cxnId="{E3BEEE70-1B92-40F6-97B5-1F4C56D46860}">
      <dgm:prSet/>
      <dgm:spPr/>
      <dgm:t>
        <a:bodyPr/>
        <a:lstStyle/>
        <a:p>
          <a:endParaRPr lang="en-US"/>
        </a:p>
      </dgm:t>
    </dgm:pt>
    <dgm:pt modelId="{7802D91B-4308-496C-8673-658BFC3A2AC4}">
      <dgm:prSet/>
      <dgm:spPr/>
      <dgm:t>
        <a:bodyPr/>
        <a:lstStyle/>
        <a:p>
          <a:r>
            <a:rPr lang="en-US"/>
            <a:t>Hozzáadás/szerkesztés modális ablakban történik, ahol a 3 kép URL-je megadható.</a:t>
          </a:r>
        </a:p>
      </dgm:t>
    </dgm:pt>
    <dgm:pt modelId="{D1EF48E6-66C7-4058-9B88-4FB3BBCF2367}" type="parTrans" cxnId="{B33439A3-AA28-43E2-BB3F-E78C02EBDB86}">
      <dgm:prSet/>
      <dgm:spPr/>
      <dgm:t>
        <a:bodyPr/>
        <a:lstStyle/>
        <a:p>
          <a:endParaRPr lang="en-US"/>
        </a:p>
      </dgm:t>
    </dgm:pt>
    <dgm:pt modelId="{194207BA-AFF5-4317-B022-02645468B3A1}" type="sibTrans" cxnId="{B33439A3-AA28-43E2-BB3F-E78C02EBDB86}">
      <dgm:prSet/>
      <dgm:spPr/>
      <dgm:t>
        <a:bodyPr/>
        <a:lstStyle/>
        <a:p>
          <a:endParaRPr lang="en-US"/>
        </a:p>
      </dgm:t>
    </dgm:pt>
    <dgm:pt modelId="{525A926A-F239-44F8-9CB1-CBCEF99595AD}">
      <dgm:prSet/>
      <dgm:spPr/>
      <dgm:t>
        <a:bodyPr/>
        <a:lstStyle/>
        <a:p>
          <a:r>
            <a:rPr lang="en-US"/>
            <a:t>Sikeres művelet után üzenet jelenik meg.</a:t>
          </a:r>
        </a:p>
      </dgm:t>
    </dgm:pt>
    <dgm:pt modelId="{3E0AF38E-D4C5-4447-8F25-CEBAE0E64A05}" type="parTrans" cxnId="{ADEBB907-2AE6-4180-90B9-4813248D65C6}">
      <dgm:prSet/>
      <dgm:spPr/>
      <dgm:t>
        <a:bodyPr/>
        <a:lstStyle/>
        <a:p>
          <a:endParaRPr lang="en-US"/>
        </a:p>
      </dgm:t>
    </dgm:pt>
    <dgm:pt modelId="{4D8E119A-48C0-4A3D-830B-81B9DFDEEE3E}" type="sibTrans" cxnId="{ADEBB907-2AE6-4180-90B9-4813248D65C6}">
      <dgm:prSet/>
      <dgm:spPr/>
      <dgm:t>
        <a:bodyPr/>
        <a:lstStyle/>
        <a:p>
          <a:endParaRPr lang="en-US"/>
        </a:p>
      </dgm:t>
    </dgm:pt>
    <dgm:pt modelId="{887AC8DB-5968-43F6-8DFA-A809039FF62D}" type="pres">
      <dgm:prSet presAssocID="{8C83CC60-8DB3-4EFC-B219-AE7F1363BDC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DA713E1-1A87-4155-A462-B0EFC3505074}" type="pres">
      <dgm:prSet presAssocID="{F4279EC8-DB06-48EE-956C-C5BE45F8438A}" presName="hierRoot1" presStyleCnt="0"/>
      <dgm:spPr/>
    </dgm:pt>
    <dgm:pt modelId="{99CE8226-199C-4583-8D66-AAE90F111CED}" type="pres">
      <dgm:prSet presAssocID="{F4279EC8-DB06-48EE-956C-C5BE45F8438A}" presName="composite" presStyleCnt="0"/>
      <dgm:spPr/>
    </dgm:pt>
    <dgm:pt modelId="{0AB6F144-2A5D-4E42-908A-5EF5267BEECE}" type="pres">
      <dgm:prSet presAssocID="{F4279EC8-DB06-48EE-956C-C5BE45F8438A}" presName="background" presStyleLbl="node0" presStyleIdx="0" presStyleCnt="4"/>
      <dgm:spPr/>
    </dgm:pt>
    <dgm:pt modelId="{2C0813D6-D214-45D3-9BB5-DE2494D6EDB1}" type="pres">
      <dgm:prSet presAssocID="{F4279EC8-DB06-48EE-956C-C5BE45F8438A}" presName="text" presStyleLbl="fgAcc0" presStyleIdx="0" presStyleCnt="4">
        <dgm:presLayoutVars>
          <dgm:chPref val="3"/>
        </dgm:presLayoutVars>
      </dgm:prSet>
      <dgm:spPr/>
    </dgm:pt>
    <dgm:pt modelId="{0D699D8A-E8C5-4B3F-B7A5-34204BAF80F9}" type="pres">
      <dgm:prSet presAssocID="{F4279EC8-DB06-48EE-956C-C5BE45F8438A}" presName="hierChild2" presStyleCnt="0"/>
      <dgm:spPr/>
    </dgm:pt>
    <dgm:pt modelId="{D930AC8F-1621-4C64-BD56-3335110C4809}" type="pres">
      <dgm:prSet presAssocID="{143125EC-BD6F-4F8C-B8F0-FB89B0B78BC0}" presName="hierRoot1" presStyleCnt="0"/>
      <dgm:spPr/>
    </dgm:pt>
    <dgm:pt modelId="{C54712D0-5C15-47A2-BFF6-FCD6FDFCDA4A}" type="pres">
      <dgm:prSet presAssocID="{143125EC-BD6F-4F8C-B8F0-FB89B0B78BC0}" presName="composite" presStyleCnt="0"/>
      <dgm:spPr/>
    </dgm:pt>
    <dgm:pt modelId="{F9CB28A1-866F-4A8B-90C1-5A3408F49DC8}" type="pres">
      <dgm:prSet presAssocID="{143125EC-BD6F-4F8C-B8F0-FB89B0B78BC0}" presName="background" presStyleLbl="node0" presStyleIdx="1" presStyleCnt="4"/>
      <dgm:spPr/>
    </dgm:pt>
    <dgm:pt modelId="{40953DDA-C7C4-493E-BBE2-BFF604BC9BDE}" type="pres">
      <dgm:prSet presAssocID="{143125EC-BD6F-4F8C-B8F0-FB89B0B78BC0}" presName="text" presStyleLbl="fgAcc0" presStyleIdx="1" presStyleCnt="4">
        <dgm:presLayoutVars>
          <dgm:chPref val="3"/>
        </dgm:presLayoutVars>
      </dgm:prSet>
      <dgm:spPr/>
    </dgm:pt>
    <dgm:pt modelId="{87C3E99F-8028-44CA-B673-411D8A87CD73}" type="pres">
      <dgm:prSet presAssocID="{143125EC-BD6F-4F8C-B8F0-FB89B0B78BC0}" presName="hierChild2" presStyleCnt="0"/>
      <dgm:spPr/>
    </dgm:pt>
    <dgm:pt modelId="{9D149038-2E9E-481E-9A9E-64E511714641}" type="pres">
      <dgm:prSet presAssocID="{7802D91B-4308-496C-8673-658BFC3A2AC4}" presName="hierRoot1" presStyleCnt="0"/>
      <dgm:spPr/>
    </dgm:pt>
    <dgm:pt modelId="{54D4ECEB-79A3-49F4-AA3F-5A203C7FD2F6}" type="pres">
      <dgm:prSet presAssocID="{7802D91B-4308-496C-8673-658BFC3A2AC4}" presName="composite" presStyleCnt="0"/>
      <dgm:spPr/>
    </dgm:pt>
    <dgm:pt modelId="{ADD4A698-777C-428D-91B3-16BB737BE66E}" type="pres">
      <dgm:prSet presAssocID="{7802D91B-4308-496C-8673-658BFC3A2AC4}" presName="background" presStyleLbl="node0" presStyleIdx="2" presStyleCnt="4"/>
      <dgm:spPr/>
    </dgm:pt>
    <dgm:pt modelId="{F1C69FE9-0707-4967-8CBA-2BAAE1723B5B}" type="pres">
      <dgm:prSet presAssocID="{7802D91B-4308-496C-8673-658BFC3A2AC4}" presName="text" presStyleLbl="fgAcc0" presStyleIdx="2" presStyleCnt="4">
        <dgm:presLayoutVars>
          <dgm:chPref val="3"/>
        </dgm:presLayoutVars>
      </dgm:prSet>
      <dgm:spPr/>
    </dgm:pt>
    <dgm:pt modelId="{999E3A33-1016-4A45-9AC9-8B698B35588B}" type="pres">
      <dgm:prSet presAssocID="{7802D91B-4308-496C-8673-658BFC3A2AC4}" presName="hierChild2" presStyleCnt="0"/>
      <dgm:spPr/>
    </dgm:pt>
    <dgm:pt modelId="{580D14CE-95AA-4072-B3A3-24082727213B}" type="pres">
      <dgm:prSet presAssocID="{525A926A-F239-44F8-9CB1-CBCEF99595AD}" presName="hierRoot1" presStyleCnt="0"/>
      <dgm:spPr/>
    </dgm:pt>
    <dgm:pt modelId="{4DCF234A-CA89-48BE-A01B-726C82AE940B}" type="pres">
      <dgm:prSet presAssocID="{525A926A-F239-44F8-9CB1-CBCEF99595AD}" presName="composite" presStyleCnt="0"/>
      <dgm:spPr/>
    </dgm:pt>
    <dgm:pt modelId="{1D5E470C-1144-471F-A56A-25498C03CC02}" type="pres">
      <dgm:prSet presAssocID="{525A926A-F239-44F8-9CB1-CBCEF99595AD}" presName="background" presStyleLbl="node0" presStyleIdx="3" presStyleCnt="4"/>
      <dgm:spPr/>
    </dgm:pt>
    <dgm:pt modelId="{181434DF-B6EF-46B4-A13C-26A29141C0DA}" type="pres">
      <dgm:prSet presAssocID="{525A926A-F239-44F8-9CB1-CBCEF99595AD}" presName="text" presStyleLbl="fgAcc0" presStyleIdx="3" presStyleCnt="4">
        <dgm:presLayoutVars>
          <dgm:chPref val="3"/>
        </dgm:presLayoutVars>
      </dgm:prSet>
      <dgm:spPr/>
    </dgm:pt>
    <dgm:pt modelId="{7FE837D5-795B-46EB-A694-243D7B533073}" type="pres">
      <dgm:prSet presAssocID="{525A926A-F239-44F8-9CB1-CBCEF99595AD}" presName="hierChild2" presStyleCnt="0"/>
      <dgm:spPr/>
    </dgm:pt>
  </dgm:ptLst>
  <dgm:cxnLst>
    <dgm:cxn modelId="{ADEBB907-2AE6-4180-90B9-4813248D65C6}" srcId="{8C83CC60-8DB3-4EFC-B219-AE7F1363BDC3}" destId="{525A926A-F239-44F8-9CB1-CBCEF99595AD}" srcOrd="3" destOrd="0" parTransId="{3E0AF38E-D4C5-4447-8F25-CEBAE0E64A05}" sibTransId="{4D8E119A-48C0-4A3D-830B-81B9DFDEEE3E}"/>
    <dgm:cxn modelId="{1852AA27-BCA4-4FB4-AD20-F33D547C8864}" type="presOf" srcId="{143125EC-BD6F-4F8C-B8F0-FB89B0B78BC0}" destId="{40953DDA-C7C4-493E-BBE2-BFF604BC9BDE}" srcOrd="0" destOrd="0" presId="urn:microsoft.com/office/officeart/2005/8/layout/hierarchy1"/>
    <dgm:cxn modelId="{1BC53736-5B79-462C-9BE8-8B16E7D92B47}" type="presOf" srcId="{F4279EC8-DB06-48EE-956C-C5BE45F8438A}" destId="{2C0813D6-D214-45D3-9BB5-DE2494D6EDB1}" srcOrd="0" destOrd="0" presId="urn:microsoft.com/office/officeart/2005/8/layout/hierarchy1"/>
    <dgm:cxn modelId="{2CCB6041-5CEC-4BED-8965-2C03F3DAB932}" type="presOf" srcId="{8C83CC60-8DB3-4EFC-B219-AE7F1363BDC3}" destId="{887AC8DB-5968-43F6-8DFA-A809039FF62D}" srcOrd="0" destOrd="0" presId="urn:microsoft.com/office/officeart/2005/8/layout/hierarchy1"/>
    <dgm:cxn modelId="{E3BEEE70-1B92-40F6-97B5-1F4C56D46860}" srcId="{8C83CC60-8DB3-4EFC-B219-AE7F1363BDC3}" destId="{143125EC-BD6F-4F8C-B8F0-FB89B0B78BC0}" srcOrd="1" destOrd="0" parTransId="{D0875573-973B-4F11-85C0-72415143F4CE}" sibTransId="{7F311338-E1A3-483F-B293-CCA2C24D56F5}"/>
    <dgm:cxn modelId="{6CAB5957-30FB-49D4-9717-B246311C418C}" type="presOf" srcId="{525A926A-F239-44F8-9CB1-CBCEF99595AD}" destId="{181434DF-B6EF-46B4-A13C-26A29141C0DA}" srcOrd="0" destOrd="0" presId="urn:microsoft.com/office/officeart/2005/8/layout/hierarchy1"/>
    <dgm:cxn modelId="{70C4009D-E91C-422A-8DDC-ADC1710CB8ED}" srcId="{8C83CC60-8DB3-4EFC-B219-AE7F1363BDC3}" destId="{F4279EC8-DB06-48EE-956C-C5BE45F8438A}" srcOrd="0" destOrd="0" parTransId="{752DB927-BE67-4053-8549-73CCBFDB3A47}" sibTransId="{6D7063A3-1017-46FC-93D6-361F418F740A}"/>
    <dgm:cxn modelId="{B33439A3-AA28-43E2-BB3F-E78C02EBDB86}" srcId="{8C83CC60-8DB3-4EFC-B219-AE7F1363BDC3}" destId="{7802D91B-4308-496C-8673-658BFC3A2AC4}" srcOrd="2" destOrd="0" parTransId="{D1EF48E6-66C7-4058-9B88-4FB3BBCF2367}" sibTransId="{194207BA-AFF5-4317-B022-02645468B3A1}"/>
    <dgm:cxn modelId="{F50E8DB0-D3B3-4F4B-A331-C2122F90E3AA}" type="presOf" srcId="{7802D91B-4308-496C-8673-658BFC3A2AC4}" destId="{F1C69FE9-0707-4967-8CBA-2BAAE1723B5B}" srcOrd="0" destOrd="0" presId="urn:microsoft.com/office/officeart/2005/8/layout/hierarchy1"/>
    <dgm:cxn modelId="{6598625A-3FB1-46E5-944E-0144AB63052C}" type="presParOf" srcId="{887AC8DB-5968-43F6-8DFA-A809039FF62D}" destId="{4DA713E1-1A87-4155-A462-B0EFC3505074}" srcOrd="0" destOrd="0" presId="urn:microsoft.com/office/officeart/2005/8/layout/hierarchy1"/>
    <dgm:cxn modelId="{A214DDA8-2441-45DC-A95B-97542102157E}" type="presParOf" srcId="{4DA713E1-1A87-4155-A462-B0EFC3505074}" destId="{99CE8226-199C-4583-8D66-AAE90F111CED}" srcOrd="0" destOrd="0" presId="urn:microsoft.com/office/officeart/2005/8/layout/hierarchy1"/>
    <dgm:cxn modelId="{945157AA-4C14-4F2F-85B4-410BCB005AD1}" type="presParOf" srcId="{99CE8226-199C-4583-8D66-AAE90F111CED}" destId="{0AB6F144-2A5D-4E42-908A-5EF5267BEECE}" srcOrd="0" destOrd="0" presId="urn:microsoft.com/office/officeart/2005/8/layout/hierarchy1"/>
    <dgm:cxn modelId="{B0E2DFC4-7C13-4341-BF0E-90B7241DDB88}" type="presParOf" srcId="{99CE8226-199C-4583-8D66-AAE90F111CED}" destId="{2C0813D6-D214-45D3-9BB5-DE2494D6EDB1}" srcOrd="1" destOrd="0" presId="urn:microsoft.com/office/officeart/2005/8/layout/hierarchy1"/>
    <dgm:cxn modelId="{28AD4942-3961-432F-96C0-5A0F8D3B7B40}" type="presParOf" srcId="{4DA713E1-1A87-4155-A462-B0EFC3505074}" destId="{0D699D8A-E8C5-4B3F-B7A5-34204BAF80F9}" srcOrd="1" destOrd="0" presId="urn:microsoft.com/office/officeart/2005/8/layout/hierarchy1"/>
    <dgm:cxn modelId="{9215D1E9-5367-46B1-9C13-89899F424B0A}" type="presParOf" srcId="{887AC8DB-5968-43F6-8DFA-A809039FF62D}" destId="{D930AC8F-1621-4C64-BD56-3335110C4809}" srcOrd="1" destOrd="0" presId="urn:microsoft.com/office/officeart/2005/8/layout/hierarchy1"/>
    <dgm:cxn modelId="{E0597337-3688-4B61-9A1E-EB1E9F6C0AB5}" type="presParOf" srcId="{D930AC8F-1621-4C64-BD56-3335110C4809}" destId="{C54712D0-5C15-47A2-BFF6-FCD6FDFCDA4A}" srcOrd="0" destOrd="0" presId="urn:microsoft.com/office/officeart/2005/8/layout/hierarchy1"/>
    <dgm:cxn modelId="{31F0D04D-C008-4760-A60A-D9F4525B0F2C}" type="presParOf" srcId="{C54712D0-5C15-47A2-BFF6-FCD6FDFCDA4A}" destId="{F9CB28A1-866F-4A8B-90C1-5A3408F49DC8}" srcOrd="0" destOrd="0" presId="urn:microsoft.com/office/officeart/2005/8/layout/hierarchy1"/>
    <dgm:cxn modelId="{9914B8A2-811B-4A22-BBE6-6586D4EE93C3}" type="presParOf" srcId="{C54712D0-5C15-47A2-BFF6-FCD6FDFCDA4A}" destId="{40953DDA-C7C4-493E-BBE2-BFF604BC9BDE}" srcOrd="1" destOrd="0" presId="urn:microsoft.com/office/officeart/2005/8/layout/hierarchy1"/>
    <dgm:cxn modelId="{2D391B8D-F18D-40CC-895C-5087C9448BBC}" type="presParOf" srcId="{D930AC8F-1621-4C64-BD56-3335110C4809}" destId="{87C3E99F-8028-44CA-B673-411D8A87CD73}" srcOrd="1" destOrd="0" presId="urn:microsoft.com/office/officeart/2005/8/layout/hierarchy1"/>
    <dgm:cxn modelId="{6F437568-1443-4376-99C2-3D3B91C029FA}" type="presParOf" srcId="{887AC8DB-5968-43F6-8DFA-A809039FF62D}" destId="{9D149038-2E9E-481E-9A9E-64E511714641}" srcOrd="2" destOrd="0" presId="urn:microsoft.com/office/officeart/2005/8/layout/hierarchy1"/>
    <dgm:cxn modelId="{B53B4746-5E75-46A0-8C82-551C0F66E164}" type="presParOf" srcId="{9D149038-2E9E-481E-9A9E-64E511714641}" destId="{54D4ECEB-79A3-49F4-AA3F-5A203C7FD2F6}" srcOrd="0" destOrd="0" presId="urn:microsoft.com/office/officeart/2005/8/layout/hierarchy1"/>
    <dgm:cxn modelId="{E9A1F58B-CDBA-4FBB-B104-B6AB29062D79}" type="presParOf" srcId="{54D4ECEB-79A3-49F4-AA3F-5A203C7FD2F6}" destId="{ADD4A698-777C-428D-91B3-16BB737BE66E}" srcOrd="0" destOrd="0" presId="urn:microsoft.com/office/officeart/2005/8/layout/hierarchy1"/>
    <dgm:cxn modelId="{F4273862-276A-49BA-A62F-796828C51CEB}" type="presParOf" srcId="{54D4ECEB-79A3-49F4-AA3F-5A203C7FD2F6}" destId="{F1C69FE9-0707-4967-8CBA-2BAAE1723B5B}" srcOrd="1" destOrd="0" presId="urn:microsoft.com/office/officeart/2005/8/layout/hierarchy1"/>
    <dgm:cxn modelId="{5C66AC51-82EC-4D1C-A95F-FC5B5D7ED97A}" type="presParOf" srcId="{9D149038-2E9E-481E-9A9E-64E511714641}" destId="{999E3A33-1016-4A45-9AC9-8B698B35588B}" srcOrd="1" destOrd="0" presId="urn:microsoft.com/office/officeart/2005/8/layout/hierarchy1"/>
    <dgm:cxn modelId="{CFC6484B-26BC-48DC-A674-249FB8325AB1}" type="presParOf" srcId="{887AC8DB-5968-43F6-8DFA-A809039FF62D}" destId="{580D14CE-95AA-4072-B3A3-24082727213B}" srcOrd="3" destOrd="0" presId="urn:microsoft.com/office/officeart/2005/8/layout/hierarchy1"/>
    <dgm:cxn modelId="{DC53A32F-971A-4C33-A320-BAA20FAF1D69}" type="presParOf" srcId="{580D14CE-95AA-4072-B3A3-24082727213B}" destId="{4DCF234A-CA89-48BE-A01B-726C82AE940B}" srcOrd="0" destOrd="0" presId="urn:microsoft.com/office/officeart/2005/8/layout/hierarchy1"/>
    <dgm:cxn modelId="{384C5884-EE22-4846-8DB2-AC205D5785BC}" type="presParOf" srcId="{4DCF234A-CA89-48BE-A01B-726C82AE940B}" destId="{1D5E470C-1144-471F-A56A-25498C03CC02}" srcOrd="0" destOrd="0" presId="urn:microsoft.com/office/officeart/2005/8/layout/hierarchy1"/>
    <dgm:cxn modelId="{41486BD5-865D-4624-ACBB-ECEBE174438F}" type="presParOf" srcId="{4DCF234A-CA89-48BE-A01B-726C82AE940B}" destId="{181434DF-B6EF-46B4-A13C-26A29141C0DA}" srcOrd="1" destOrd="0" presId="urn:microsoft.com/office/officeart/2005/8/layout/hierarchy1"/>
    <dgm:cxn modelId="{E573E216-556A-4CA0-ACDF-43621B18BB85}" type="presParOf" srcId="{580D14CE-95AA-4072-B3A3-24082727213B}" destId="{7FE837D5-795B-46EB-A694-243D7B53307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E780993-CE54-44F8-8792-F618FE468E4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54AEC69-F21E-4655-AF4C-0B3B87DB24BA}">
      <dgm:prSet/>
      <dgm:spPr/>
      <dgm:t>
        <a:bodyPr/>
        <a:lstStyle/>
        <a:p>
          <a:r>
            <a:rPr lang="en-US" dirty="0" err="1"/>
            <a:t>Megjelenik</a:t>
          </a:r>
          <a:r>
            <a:rPr lang="en-US" dirty="0"/>
            <a:t> a </a:t>
          </a:r>
          <a:r>
            <a:rPr lang="en-US" dirty="0" err="1"/>
            <a:t>komment</a:t>
          </a:r>
          <a:r>
            <a:rPr lang="en-US" dirty="0"/>
            <a:t>, a </a:t>
          </a:r>
          <a:r>
            <a:rPr lang="en-US" dirty="0" err="1"/>
            <a:t>szerző</a:t>
          </a:r>
          <a:r>
            <a:rPr lang="en-US" dirty="0"/>
            <a:t> neve, a </a:t>
          </a:r>
          <a:r>
            <a:rPr lang="en-US" dirty="0" err="1"/>
            <a:t>termék</a:t>
          </a:r>
          <a:r>
            <a:rPr lang="en-US" dirty="0"/>
            <a:t>, </a:t>
          </a:r>
          <a:r>
            <a:rPr lang="en-US" dirty="0" err="1"/>
            <a:t>amelyhez</a:t>
          </a:r>
          <a:r>
            <a:rPr lang="en-US" dirty="0"/>
            <a:t> </a:t>
          </a:r>
          <a:r>
            <a:rPr lang="en-US" dirty="0" err="1"/>
            <a:t>tartozik</a:t>
          </a:r>
          <a:r>
            <a:rPr lang="en-US" dirty="0"/>
            <a:t>, </a:t>
          </a:r>
          <a:r>
            <a:rPr lang="en-US" dirty="0" err="1"/>
            <a:t>és</a:t>
          </a:r>
          <a:r>
            <a:rPr lang="en-US" dirty="0"/>
            <a:t> a </a:t>
          </a:r>
          <a:r>
            <a:rPr lang="en-US" dirty="0" err="1"/>
            <a:t>dátum</a:t>
          </a:r>
          <a:r>
            <a:rPr lang="en-US" dirty="0"/>
            <a:t>.</a:t>
          </a:r>
        </a:p>
      </dgm:t>
    </dgm:pt>
    <dgm:pt modelId="{2A62D533-BA52-4804-9E8A-88801C7F923F}" type="parTrans" cxnId="{683E192D-0725-40F9-8A83-94AB5D5698D8}">
      <dgm:prSet/>
      <dgm:spPr/>
      <dgm:t>
        <a:bodyPr/>
        <a:lstStyle/>
        <a:p>
          <a:endParaRPr lang="en-US"/>
        </a:p>
      </dgm:t>
    </dgm:pt>
    <dgm:pt modelId="{DEEB43F0-33B3-4260-B833-A3B9F7825B62}" type="sibTrans" cxnId="{683E192D-0725-40F9-8A83-94AB5D5698D8}">
      <dgm:prSet/>
      <dgm:spPr/>
      <dgm:t>
        <a:bodyPr/>
        <a:lstStyle/>
        <a:p>
          <a:endParaRPr lang="en-US"/>
        </a:p>
      </dgm:t>
    </dgm:pt>
    <dgm:pt modelId="{074F240F-D9EA-477E-9801-12833611EDCE}">
      <dgm:prSet/>
      <dgm:spPr/>
      <dgm:t>
        <a:bodyPr/>
        <a:lstStyle/>
        <a:p>
          <a:r>
            <a:rPr lang="en-US" dirty="0" err="1"/>
            <a:t>Törlés</a:t>
          </a:r>
          <a:r>
            <a:rPr lang="en-US" dirty="0"/>
            <a:t> </a:t>
          </a:r>
          <a:r>
            <a:rPr lang="en-US" dirty="0" err="1"/>
            <a:t>gomb</a:t>
          </a:r>
          <a:r>
            <a:rPr lang="en-US" dirty="0"/>
            <a:t>: </a:t>
          </a:r>
          <a:r>
            <a:rPr lang="en-US" dirty="0" err="1"/>
            <a:t>eltávolítja</a:t>
          </a:r>
          <a:r>
            <a:rPr lang="en-US" dirty="0"/>
            <a:t> a </a:t>
          </a:r>
          <a:r>
            <a:rPr lang="en-US" dirty="0" err="1"/>
            <a:t>kommentet</a:t>
          </a:r>
          <a:r>
            <a:rPr lang="en-US" dirty="0"/>
            <a:t> </a:t>
          </a:r>
          <a:r>
            <a:rPr lang="en-US" dirty="0" err="1"/>
            <a:t>az</a:t>
          </a:r>
          <a:r>
            <a:rPr lang="en-US" dirty="0"/>
            <a:t> </a:t>
          </a:r>
          <a:r>
            <a:rPr lang="en-US" dirty="0" err="1"/>
            <a:t>adatbázisból</a:t>
          </a:r>
          <a:r>
            <a:rPr lang="en-US" dirty="0"/>
            <a:t>.</a:t>
          </a:r>
        </a:p>
      </dgm:t>
    </dgm:pt>
    <dgm:pt modelId="{C0460232-687E-4081-AED8-80AAA05C8631}" type="parTrans" cxnId="{58F7CEA3-9611-49CD-89D7-F0BED8DEDB2B}">
      <dgm:prSet/>
      <dgm:spPr/>
      <dgm:t>
        <a:bodyPr/>
        <a:lstStyle/>
        <a:p>
          <a:endParaRPr lang="en-US"/>
        </a:p>
      </dgm:t>
    </dgm:pt>
    <dgm:pt modelId="{E47CD7B8-0053-44D3-A27B-AA74CB5C47D6}" type="sibTrans" cxnId="{58F7CEA3-9611-49CD-89D7-F0BED8DEDB2B}">
      <dgm:prSet/>
      <dgm:spPr/>
      <dgm:t>
        <a:bodyPr/>
        <a:lstStyle/>
        <a:p>
          <a:endParaRPr lang="en-US"/>
        </a:p>
      </dgm:t>
    </dgm:pt>
    <dgm:pt modelId="{65455192-221F-49D0-8356-75859837C1DF}">
      <dgm:prSet/>
      <dgm:spPr/>
      <dgm:t>
        <a:bodyPr/>
        <a:lstStyle/>
        <a:p>
          <a:r>
            <a:rPr lang="en-US" dirty="0"/>
            <a:t>Hasznos </a:t>
          </a:r>
          <a:r>
            <a:rPr lang="en-US" dirty="0" err="1"/>
            <a:t>lehet</a:t>
          </a:r>
          <a:r>
            <a:rPr lang="en-US" dirty="0"/>
            <a:t> </a:t>
          </a:r>
          <a:r>
            <a:rPr lang="en-US" dirty="0" err="1"/>
            <a:t>nem</a:t>
          </a:r>
          <a:r>
            <a:rPr lang="en-US" dirty="0"/>
            <a:t> </a:t>
          </a:r>
          <a:r>
            <a:rPr lang="en-US" dirty="0" err="1"/>
            <a:t>megfelelő</a:t>
          </a:r>
          <a:r>
            <a:rPr lang="en-US" dirty="0"/>
            <a:t> </a:t>
          </a:r>
          <a:r>
            <a:rPr lang="en-US" dirty="0" err="1"/>
            <a:t>tartalom</a:t>
          </a:r>
          <a:r>
            <a:rPr lang="en-US" dirty="0"/>
            <a:t> </a:t>
          </a:r>
          <a:r>
            <a:rPr lang="en-US" dirty="0" err="1"/>
            <a:t>esetén</a:t>
          </a:r>
          <a:r>
            <a:rPr lang="en-US" dirty="0"/>
            <a:t>.</a:t>
          </a:r>
        </a:p>
      </dgm:t>
    </dgm:pt>
    <dgm:pt modelId="{D1A56F32-C4E4-432F-85BD-6C1E1E8DAB0D}" type="parTrans" cxnId="{FCC86A3D-18C9-41DB-8434-763E8715DCB4}">
      <dgm:prSet/>
      <dgm:spPr/>
      <dgm:t>
        <a:bodyPr/>
        <a:lstStyle/>
        <a:p>
          <a:endParaRPr lang="en-US"/>
        </a:p>
      </dgm:t>
    </dgm:pt>
    <dgm:pt modelId="{D7981FFE-EC04-420A-A3B0-A57DE7A823DF}" type="sibTrans" cxnId="{FCC86A3D-18C9-41DB-8434-763E8715DCB4}">
      <dgm:prSet/>
      <dgm:spPr/>
      <dgm:t>
        <a:bodyPr/>
        <a:lstStyle/>
        <a:p>
          <a:endParaRPr lang="en-US"/>
        </a:p>
      </dgm:t>
    </dgm:pt>
    <dgm:pt modelId="{26A76EE8-E6D9-4F3E-AEEA-5C0EC00C1F18}" type="pres">
      <dgm:prSet presAssocID="{9E780993-CE54-44F8-8792-F618FE468E47}" presName="linear" presStyleCnt="0">
        <dgm:presLayoutVars>
          <dgm:animLvl val="lvl"/>
          <dgm:resizeHandles val="exact"/>
        </dgm:presLayoutVars>
      </dgm:prSet>
      <dgm:spPr/>
    </dgm:pt>
    <dgm:pt modelId="{67EDC7CE-6580-479B-BA11-D3961841CEC9}" type="pres">
      <dgm:prSet presAssocID="{C54AEC69-F21E-4655-AF4C-0B3B87DB24B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D660FD4-1BC1-4B79-AAB9-35A09AA7F101}" type="pres">
      <dgm:prSet presAssocID="{DEEB43F0-33B3-4260-B833-A3B9F7825B62}" presName="spacer" presStyleCnt="0"/>
      <dgm:spPr/>
    </dgm:pt>
    <dgm:pt modelId="{8A9CE746-09A0-49EF-981F-52462E04E30F}" type="pres">
      <dgm:prSet presAssocID="{074F240F-D9EA-477E-9801-12833611EDC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D6C95F4-3E96-48B7-81A2-2AE5DE79EFFE}" type="pres">
      <dgm:prSet presAssocID="{E47CD7B8-0053-44D3-A27B-AA74CB5C47D6}" presName="spacer" presStyleCnt="0"/>
      <dgm:spPr/>
    </dgm:pt>
    <dgm:pt modelId="{604B38EE-04B1-45F8-B68A-55BE426AB2D3}" type="pres">
      <dgm:prSet presAssocID="{65455192-221F-49D0-8356-75859837C1D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83E192D-0725-40F9-8A83-94AB5D5698D8}" srcId="{9E780993-CE54-44F8-8792-F618FE468E47}" destId="{C54AEC69-F21E-4655-AF4C-0B3B87DB24BA}" srcOrd="0" destOrd="0" parTransId="{2A62D533-BA52-4804-9E8A-88801C7F923F}" sibTransId="{DEEB43F0-33B3-4260-B833-A3B9F7825B62}"/>
    <dgm:cxn modelId="{FCC86A3D-18C9-41DB-8434-763E8715DCB4}" srcId="{9E780993-CE54-44F8-8792-F618FE468E47}" destId="{65455192-221F-49D0-8356-75859837C1DF}" srcOrd="2" destOrd="0" parTransId="{D1A56F32-C4E4-432F-85BD-6C1E1E8DAB0D}" sibTransId="{D7981FFE-EC04-420A-A3B0-A57DE7A823DF}"/>
    <dgm:cxn modelId="{39B97E41-77B8-4926-81F8-379AD2005FDA}" type="presOf" srcId="{65455192-221F-49D0-8356-75859837C1DF}" destId="{604B38EE-04B1-45F8-B68A-55BE426AB2D3}" srcOrd="0" destOrd="0" presId="urn:microsoft.com/office/officeart/2005/8/layout/vList2"/>
    <dgm:cxn modelId="{0A4AF475-7F45-4824-A47A-FE99460BFA9C}" type="presOf" srcId="{074F240F-D9EA-477E-9801-12833611EDCE}" destId="{8A9CE746-09A0-49EF-981F-52462E04E30F}" srcOrd="0" destOrd="0" presId="urn:microsoft.com/office/officeart/2005/8/layout/vList2"/>
    <dgm:cxn modelId="{66FE2F90-009E-467C-A772-197A40BBCA6E}" type="presOf" srcId="{9E780993-CE54-44F8-8792-F618FE468E47}" destId="{26A76EE8-E6D9-4F3E-AEEA-5C0EC00C1F18}" srcOrd="0" destOrd="0" presId="urn:microsoft.com/office/officeart/2005/8/layout/vList2"/>
    <dgm:cxn modelId="{58F7CEA3-9611-49CD-89D7-F0BED8DEDB2B}" srcId="{9E780993-CE54-44F8-8792-F618FE468E47}" destId="{074F240F-D9EA-477E-9801-12833611EDCE}" srcOrd="1" destOrd="0" parTransId="{C0460232-687E-4081-AED8-80AAA05C8631}" sibTransId="{E47CD7B8-0053-44D3-A27B-AA74CB5C47D6}"/>
    <dgm:cxn modelId="{C42689E6-E717-4ABC-9A07-67F87BC318C1}" type="presOf" srcId="{C54AEC69-F21E-4655-AF4C-0B3B87DB24BA}" destId="{67EDC7CE-6580-479B-BA11-D3961841CEC9}" srcOrd="0" destOrd="0" presId="urn:microsoft.com/office/officeart/2005/8/layout/vList2"/>
    <dgm:cxn modelId="{419E6D04-685B-4FA6-AF2A-C70C215179CC}" type="presParOf" srcId="{26A76EE8-E6D9-4F3E-AEEA-5C0EC00C1F18}" destId="{67EDC7CE-6580-479B-BA11-D3961841CEC9}" srcOrd="0" destOrd="0" presId="urn:microsoft.com/office/officeart/2005/8/layout/vList2"/>
    <dgm:cxn modelId="{2E011409-27FC-458E-A869-84B5411D03B2}" type="presParOf" srcId="{26A76EE8-E6D9-4F3E-AEEA-5C0EC00C1F18}" destId="{3D660FD4-1BC1-4B79-AAB9-35A09AA7F101}" srcOrd="1" destOrd="0" presId="urn:microsoft.com/office/officeart/2005/8/layout/vList2"/>
    <dgm:cxn modelId="{3F6A8291-522F-4097-A9C4-20CBF7A92D21}" type="presParOf" srcId="{26A76EE8-E6D9-4F3E-AEEA-5C0EC00C1F18}" destId="{8A9CE746-09A0-49EF-981F-52462E04E30F}" srcOrd="2" destOrd="0" presId="urn:microsoft.com/office/officeart/2005/8/layout/vList2"/>
    <dgm:cxn modelId="{419C0C3C-83A0-431F-AA57-EF2AC6255014}" type="presParOf" srcId="{26A76EE8-E6D9-4F3E-AEEA-5C0EC00C1F18}" destId="{2D6C95F4-3E96-48B7-81A2-2AE5DE79EFFE}" srcOrd="3" destOrd="0" presId="urn:microsoft.com/office/officeart/2005/8/layout/vList2"/>
    <dgm:cxn modelId="{471E7263-9971-4437-A6FB-D237D93ED22D}" type="presParOf" srcId="{26A76EE8-E6D9-4F3E-AEEA-5C0EC00C1F18}" destId="{604B38EE-04B1-45F8-B68A-55BE426AB2D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3EB4383-F376-40C2-990A-EC037D36935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E9506EC-DEAC-49BC-8FA2-FF414AFD2AF4}">
      <dgm:prSet/>
      <dgm:spPr/>
      <dgm:t>
        <a:bodyPr/>
        <a:lstStyle/>
        <a:p>
          <a:r>
            <a:rPr lang="en-US"/>
            <a:t>Táblázat: rendelés ID, felhasználó, összeg, fizetési azonosító, státusz, dátum.</a:t>
          </a:r>
        </a:p>
      </dgm:t>
    </dgm:pt>
    <dgm:pt modelId="{429DF378-E789-4342-B6C4-512A8A54EE7C}" type="parTrans" cxnId="{D1353A87-3633-460F-BCEF-6074FFBD90D8}">
      <dgm:prSet/>
      <dgm:spPr/>
      <dgm:t>
        <a:bodyPr/>
        <a:lstStyle/>
        <a:p>
          <a:endParaRPr lang="en-US"/>
        </a:p>
      </dgm:t>
    </dgm:pt>
    <dgm:pt modelId="{4300D336-9330-4727-8318-F2D6BA5C843E}" type="sibTrans" cxnId="{D1353A87-3633-460F-BCEF-6074FFBD90D8}">
      <dgm:prSet/>
      <dgm:spPr/>
      <dgm:t>
        <a:bodyPr/>
        <a:lstStyle/>
        <a:p>
          <a:endParaRPr lang="en-US"/>
        </a:p>
      </dgm:t>
    </dgm:pt>
    <dgm:pt modelId="{D6A176A8-A885-46B3-8F7F-EF9949F0E674}">
      <dgm:prSet/>
      <dgm:spPr/>
      <dgm:t>
        <a:bodyPr/>
        <a:lstStyle/>
        <a:p>
          <a:r>
            <a:rPr lang="en-US"/>
            <a:t>"Tételek" gomb: megnyit egy modális ablakot, ahol látszik, mely termékekből, milyen méretben, mennyit rendeltek.</a:t>
          </a:r>
        </a:p>
      </dgm:t>
    </dgm:pt>
    <dgm:pt modelId="{6E8B91C6-C4C0-4B25-BECA-65F860F7D2D2}" type="parTrans" cxnId="{469F8B35-6232-4B04-ADF1-B44A2C112E82}">
      <dgm:prSet/>
      <dgm:spPr/>
      <dgm:t>
        <a:bodyPr/>
        <a:lstStyle/>
        <a:p>
          <a:endParaRPr lang="en-US"/>
        </a:p>
      </dgm:t>
    </dgm:pt>
    <dgm:pt modelId="{84FCE104-045C-46D7-BC15-7B79FB7EB8C4}" type="sibTrans" cxnId="{469F8B35-6232-4B04-ADF1-B44A2C112E82}">
      <dgm:prSet/>
      <dgm:spPr/>
      <dgm:t>
        <a:bodyPr/>
        <a:lstStyle/>
        <a:p>
          <a:endParaRPr lang="en-US"/>
        </a:p>
      </dgm:t>
    </dgm:pt>
    <dgm:pt modelId="{B48AB8E5-1D55-43AB-9852-477787EBA77E}">
      <dgm:prSet/>
      <dgm:spPr/>
      <dgm:t>
        <a:bodyPr/>
        <a:lstStyle/>
        <a:p>
          <a:r>
            <a:rPr lang="en-US"/>
            <a:t>Az árak a rendeléskori árak (order_items tárolja).</a:t>
          </a:r>
        </a:p>
      </dgm:t>
    </dgm:pt>
    <dgm:pt modelId="{7179F724-6F85-4134-936B-001C99B4E4E3}" type="parTrans" cxnId="{553F9DBC-82C1-4052-8A51-33DFB1E9BE94}">
      <dgm:prSet/>
      <dgm:spPr/>
      <dgm:t>
        <a:bodyPr/>
        <a:lstStyle/>
        <a:p>
          <a:endParaRPr lang="en-US"/>
        </a:p>
      </dgm:t>
    </dgm:pt>
    <dgm:pt modelId="{A2D84FD3-0ED9-4B49-9FE2-505F87230AF1}" type="sibTrans" cxnId="{553F9DBC-82C1-4052-8A51-33DFB1E9BE94}">
      <dgm:prSet/>
      <dgm:spPr/>
      <dgm:t>
        <a:bodyPr/>
        <a:lstStyle/>
        <a:p>
          <a:endParaRPr lang="en-US"/>
        </a:p>
      </dgm:t>
    </dgm:pt>
    <dgm:pt modelId="{E98483CE-CBA8-45A2-8756-B727FDF9B9F6}" type="pres">
      <dgm:prSet presAssocID="{23EB4383-F376-40C2-990A-EC037D36935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1C3210E-4B9E-4A07-9E52-D5D67E98D1E8}" type="pres">
      <dgm:prSet presAssocID="{5E9506EC-DEAC-49BC-8FA2-FF414AFD2AF4}" presName="hierRoot1" presStyleCnt="0"/>
      <dgm:spPr/>
    </dgm:pt>
    <dgm:pt modelId="{78611C49-9D40-4E1A-A503-11B0655DA6E4}" type="pres">
      <dgm:prSet presAssocID="{5E9506EC-DEAC-49BC-8FA2-FF414AFD2AF4}" presName="composite" presStyleCnt="0"/>
      <dgm:spPr/>
    </dgm:pt>
    <dgm:pt modelId="{F13925C2-9063-4288-9916-BBA3E513355C}" type="pres">
      <dgm:prSet presAssocID="{5E9506EC-DEAC-49BC-8FA2-FF414AFD2AF4}" presName="background" presStyleLbl="node0" presStyleIdx="0" presStyleCnt="3"/>
      <dgm:spPr/>
    </dgm:pt>
    <dgm:pt modelId="{7D6DD81E-E9AE-4AFD-BDCB-713D18A9C86D}" type="pres">
      <dgm:prSet presAssocID="{5E9506EC-DEAC-49BC-8FA2-FF414AFD2AF4}" presName="text" presStyleLbl="fgAcc0" presStyleIdx="0" presStyleCnt="3">
        <dgm:presLayoutVars>
          <dgm:chPref val="3"/>
        </dgm:presLayoutVars>
      </dgm:prSet>
      <dgm:spPr/>
    </dgm:pt>
    <dgm:pt modelId="{F73FB8A7-5610-4194-A417-6AB4895C31B3}" type="pres">
      <dgm:prSet presAssocID="{5E9506EC-DEAC-49BC-8FA2-FF414AFD2AF4}" presName="hierChild2" presStyleCnt="0"/>
      <dgm:spPr/>
    </dgm:pt>
    <dgm:pt modelId="{EF71018E-57C8-41E9-9D7D-F02D8F88B8EC}" type="pres">
      <dgm:prSet presAssocID="{D6A176A8-A885-46B3-8F7F-EF9949F0E674}" presName="hierRoot1" presStyleCnt="0"/>
      <dgm:spPr/>
    </dgm:pt>
    <dgm:pt modelId="{97A348EE-1A76-49AF-B9D2-47A8E92B6978}" type="pres">
      <dgm:prSet presAssocID="{D6A176A8-A885-46B3-8F7F-EF9949F0E674}" presName="composite" presStyleCnt="0"/>
      <dgm:spPr/>
    </dgm:pt>
    <dgm:pt modelId="{0CDA2212-61AA-41A5-AA1C-147C8AE21510}" type="pres">
      <dgm:prSet presAssocID="{D6A176A8-A885-46B3-8F7F-EF9949F0E674}" presName="background" presStyleLbl="node0" presStyleIdx="1" presStyleCnt="3"/>
      <dgm:spPr/>
    </dgm:pt>
    <dgm:pt modelId="{E848B0A2-341C-4A00-BE89-C8494477A996}" type="pres">
      <dgm:prSet presAssocID="{D6A176A8-A885-46B3-8F7F-EF9949F0E674}" presName="text" presStyleLbl="fgAcc0" presStyleIdx="1" presStyleCnt="3">
        <dgm:presLayoutVars>
          <dgm:chPref val="3"/>
        </dgm:presLayoutVars>
      </dgm:prSet>
      <dgm:spPr/>
    </dgm:pt>
    <dgm:pt modelId="{969268A9-FF0F-4A6A-9094-C29E222719DC}" type="pres">
      <dgm:prSet presAssocID="{D6A176A8-A885-46B3-8F7F-EF9949F0E674}" presName="hierChild2" presStyleCnt="0"/>
      <dgm:spPr/>
    </dgm:pt>
    <dgm:pt modelId="{38B95B59-7F18-4D65-AD8E-F92449A9EB40}" type="pres">
      <dgm:prSet presAssocID="{B48AB8E5-1D55-43AB-9852-477787EBA77E}" presName="hierRoot1" presStyleCnt="0"/>
      <dgm:spPr/>
    </dgm:pt>
    <dgm:pt modelId="{705B6A3C-13C0-4747-9F48-D362623A9740}" type="pres">
      <dgm:prSet presAssocID="{B48AB8E5-1D55-43AB-9852-477787EBA77E}" presName="composite" presStyleCnt="0"/>
      <dgm:spPr/>
    </dgm:pt>
    <dgm:pt modelId="{1D3C8471-6329-4ACB-A471-EA4CAF0FBA56}" type="pres">
      <dgm:prSet presAssocID="{B48AB8E5-1D55-43AB-9852-477787EBA77E}" presName="background" presStyleLbl="node0" presStyleIdx="2" presStyleCnt="3"/>
      <dgm:spPr/>
    </dgm:pt>
    <dgm:pt modelId="{3972C9EA-83F9-4B7D-A8B9-218C7DB90B5A}" type="pres">
      <dgm:prSet presAssocID="{B48AB8E5-1D55-43AB-9852-477787EBA77E}" presName="text" presStyleLbl="fgAcc0" presStyleIdx="2" presStyleCnt="3">
        <dgm:presLayoutVars>
          <dgm:chPref val="3"/>
        </dgm:presLayoutVars>
      </dgm:prSet>
      <dgm:spPr/>
    </dgm:pt>
    <dgm:pt modelId="{FE4F91A2-8EC0-4836-B71A-38B1ABE1B0E4}" type="pres">
      <dgm:prSet presAssocID="{B48AB8E5-1D55-43AB-9852-477787EBA77E}" presName="hierChild2" presStyleCnt="0"/>
      <dgm:spPr/>
    </dgm:pt>
  </dgm:ptLst>
  <dgm:cxnLst>
    <dgm:cxn modelId="{A0118503-C9BF-4233-AFD7-32A5F1C9CE44}" type="presOf" srcId="{B48AB8E5-1D55-43AB-9852-477787EBA77E}" destId="{3972C9EA-83F9-4B7D-A8B9-218C7DB90B5A}" srcOrd="0" destOrd="0" presId="urn:microsoft.com/office/officeart/2005/8/layout/hierarchy1"/>
    <dgm:cxn modelId="{469F8B35-6232-4B04-ADF1-B44A2C112E82}" srcId="{23EB4383-F376-40C2-990A-EC037D369356}" destId="{D6A176A8-A885-46B3-8F7F-EF9949F0E674}" srcOrd="1" destOrd="0" parTransId="{6E8B91C6-C4C0-4B25-BECA-65F860F7D2D2}" sibTransId="{84FCE104-045C-46D7-BC15-7B79FB7EB8C4}"/>
    <dgm:cxn modelId="{D1353A87-3633-460F-BCEF-6074FFBD90D8}" srcId="{23EB4383-F376-40C2-990A-EC037D369356}" destId="{5E9506EC-DEAC-49BC-8FA2-FF414AFD2AF4}" srcOrd="0" destOrd="0" parTransId="{429DF378-E789-4342-B6C4-512A8A54EE7C}" sibTransId="{4300D336-9330-4727-8318-F2D6BA5C843E}"/>
    <dgm:cxn modelId="{A2C4F5A0-F1C8-46D5-9B0B-33580C75509A}" type="presOf" srcId="{23EB4383-F376-40C2-990A-EC037D369356}" destId="{E98483CE-CBA8-45A2-8756-B727FDF9B9F6}" srcOrd="0" destOrd="0" presId="urn:microsoft.com/office/officeart/2005/8/layout/hierarchy1"/>
    <dgm:cxn modelId="{553F9DBC-82C1-4052-8A51-33DFB1E9BE94}" srcId="{23EB4383-F376-40C2-990A-EC037D369356}" destId="{B48AB8E5-1D55-43AB-9852-477787EBA77E}" srcOrd="2" destOrd="0" parTransId="{7179F724-6F85-4134-936B-001C99B4E4E3}" sibTransId="{A2D84FD3-0ED9-4B49-9FE2-505F87230AF1}"/>
    <dgm:cxn modelId="{1BEFACC6-CAE1-48DB-92E0-210B54C503DA}" type="presOf" srcId="{D6A176A8-A885-46B3-8F7F-EF9949F0E674}" destId="{E848B0A2-341C-4A00-BE89-C8494477A996}" srcOrd="0" destOrd="0" presId="urn:microsoft.com/office/officeart/2005/8/layout/hierarchy1"/>
    <dgm:cxn modelId="{126B75D1-EF37-4563-80A3-0E3065B86BDA}" type="presOf" srcId="{5E9506EC-DEAC-49BC-8FA2-FF414AFD2AF4}" destId="{7D6DD81E-E9AE-4AFD-BDCB-713D18A9C86D}" srcOrd="0" destOrd="0" presId="urn:microsoft.com/office/officeart/2005/8/layout/hierarchy1"/>
    <dgm:cxn modelId="{4385F424-4257-4F9E-95CF-F024046DE95E}" type="presParOf" srcId="{E98483CE-CBA8-45A2-8756-B727FDF9B9F6}" destId="{61C3210E-4B9E-4A07-9E52-D5D67E98D1E8}" srcOrd="0" destOrd="0" presId="urn:microsoft.com/office/officeart/2005/8/layout/hierarchy1"/>
    <dgm:cxn modelId="{50AFD18F-45CD-4F34-85B4-C74BCC5E1E44}" type="presParOf" srcId="{61C3210E-4B9E-4A07-9E52-D5D67E98D1E8}" destId="{78611C49-9D40-4E1A-A503-11B0655DA6E4}" srcOrd="0" destOrd="0" presId="urn:microsoft.com/office/officeart/2005/8/layout/hierarchy1"/>
    <dgm:cxn modelId="{0CD450B0-A0EB-489F-BBDD-F747A798FB90}" type="presParOf" srcId="{78611C49-9D40-4E1A-A503-11B0655DA6E4}" destId="{F13925C2-9063-4288-9916-BBA3E513355C}" srcOrd="0" destOrd="0" presId="urn:microsoft.com/office/officeart/2005/8/layout/hierarchy1"/>
    <dgm:cxn modelId="{6B6059FC-A44F-4963-BCF5-F9A65F102CB9}" type="presParOf" srcId="{78611C49-9D40-4E1A-A503-11B0655DA6E4}" destId="{7D6DD81E-E9AE-4AFD-BDCB-713D18A9C86D}" srcOrd="1" destOrd="0" presId="urn:microsoft.com/office/officeart/2005/8/layout/hierarchy1"/>
    <dgm:cxn modelId="{5296108C-988A-4127-9F1A-9BD70EC1AB6C}" type="presParOf" srcId="{61C3210E-4B9E-4A07-9E52-D5D67E98D1E8}" destId="{F73FB8A7-5610-4194-A417-6AB4895C31B3}" srcOrd="1" destOrd="0" presId="urn:microsoft.com/office/officeart/2005/8/layout/hierarchy1"/>
    <dgm:cxn modelId="{4B2344DE-5E43-4A8A-AA61-D5B9F5D5B3D9}" type="presParOf" srcId="{E98483CE-CBA8-45A2-8756-B727FDF9B9F6}" destId="{EF71018E-57C8-41E9-9D7D-F02D8F88B8EC}" srcOrd="1" destOrd="0" presId="urn:microsoft.com/office/officeart/2005/8/layout/hierarchy1"/>
    <dgm:cxn modelId="{45B10043-6315-4E33-96BB-DD295ABA4C4D}" type="presParOf" srcId="{EF71018E-57C8-41E9-9D7D-F02D8F88B8EC}" destId="{97A348EE-1A76-49AF-B9D2-47A8E92B6978}" srcOrd="0" destOrd="0" presId="urn:microsoft.com/office/officeart/2005/8/layout/hierarchy1"/>
    <dgm:cxn modelId="{288DE6A2-0A6E-4B4A-9FE5-D091026007AF}" type="presParOf" srcId="{97A348EE-1A76-49AF-B9D2-47A8E92B6978}" destId="{0CDA2212-61AA-41A5-AA1C-147C8AE21510}" srcOrd="0" destOrd="0" presId="urn:microsoft.com/office/officeart/2005/8/layout/hierarchy1"/>
    <dgm:cxn modelId="{16AB276B-B217-4D17-B118-1AA5F6E122BC}" type="presParOf" srcId="{97A348EE-1A76-49AF-B9D2-47A8E92B6978}" destId="{E848B0A2-341C-4A00-BE89-C8494477A996}" srcOrd="1" destOrd="0" presId="urn:microsoft.com/office/officeart/2005/8/layout/hierarchy1"/>
    <dgm:cxn modelId="{ACE71F1A-ACDB-46D9-9DD0-04772A53F5A2}" type="presParOf" srcId="{EF71018E-57C8-41E9-9D7D-F02D8F88B8EC}" destId="{969268A9-FF0F-4A6A-9094-C29E222719DC}" srcOrd="1" destOrd="0" presId="urn:microsoft.com/office/officeart/2005/8/layout/hierarchy1"/>
    <dgm:cxn modelId="{7B6F1545-2EB7-44C8-BC9F-CCEA9B191442}" type="presParOf" srcId="{E98483CE-CBA8-45A2-8756-B727FDF9B9F6}" destId="{38B95B59-7F18-4D65-AD8E-F92449A9EB40}" srcOrd="2" destOrd="0" presId="urn:microsoft.com/office/officeart/2005/8/layout/hierarchy1"/>
    <dgm:cxn modelId="{3C015480-66F9-42CB-8F71-BF8648476789}" type="presParOf" srcId="{38B95B59-7F18-4D65-AD8E-F92449A9EB40}" destId="{705B6A3C-13C0-4747-9F48-D362623A9740}" srcOrd="0" destOrd="0" presId="urn:microsoft.com/office/officeart/2005/8/layout/hierarchy1"/>
    <dgm:cxn modelId="{5F9B59B8-2F54-4091-B395-216DC8D7A38F}" type="presParOf" srcId="{705B6A3C-13C0-4747-9F48-D362623A9740}" destId="{1D3C8471-6329-4ACB-A471-EA4CAF0FBA56}" srcOrd="0" destOrd="0" presId="urn:microsoft.com/office/officeart/2005/8/layout/hierarchy1"/>
    <dgm:cxn modelId="{30884AE3-EF83-4DF0-99C7-F6203B09EC40}" type="presParOf" srcId="{705B6A3C-13C0-4747-9F48-D362623A9740}" destId="{3972C9EA-83F9-4B7D-A8B9-218C7DB90B5A}" srcOrd="1" destOrd="0" presId="urn:microsoft.com/office/officeart/2005/8/layout/hierarchy1"/>
    <dgm:cxn modelId="{C262C70D-BDFE-48FC-ADC4-0BA7BE7F3555}" type="presParOf" srcId="{38B95B59-7F18-4D65-AD8E-F92449A9EB40}" destId="{FE4F91A2-8EC0-4836-B71A-38B1ABE1B0E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43D72247-C96F-4E53-ADBF-F70E17C48C62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C2F4FC4-7D8D-4F70-865B-95978D098B25}">
      <dgm:prSet/>
      <dgm:spPr/>
      <dgm:t>
        <a:bodyPr/>
        <a:lstStyle/>
        <a:p>
          <a:r>
            <a:rPr lang="en-US"/>
            <a:t>SQL injection ellen: Prepared statementek (PDO) használata minden lekérdezésnél.</a:t>
          </a:r>
        </a:p>
      </dgm:t>
    </dgm:pt>
    <dgm:pt modelId="{3DCD05BB-8BB6-4F09-A63C-3837073FC856}" type="parTrans" cxnId="{71281027-F36F-4D7B-8401-4E5B58B84F73}">
      <dgm:prSet/>
      <dgm:spPr/>
      <dgm:t>
        <a:bodyPr/>
        <a:lstStyle/>
        <a:p>
          <a:endParaRPr lang="en-US"/>
        </a:p>
      </dgm:t>
    </dgm:pt>
    <dgm:pt modelId="{D410AE1C-8882-4BB0-897A-6A7F1842F2B4}" type="sibTrans" cxnId="{71281027-F36F-4D7B-8401-4E5B58B84F73}">
      <dgm:prSet/>
      <dgm:spPr/>
      <dgm:t>
        <a:bodyPr/>
        <a:lstStyle/>
        <a:p>
          <a:endParaRPr lang="en-US"/>
        </a:p>
      </dgm:t>
    </dgm:pt>
    <dgm:pt modelId="{37C56051-B8AD-43BA-B22A-AD736CD6C476}">
      <dgm:prSet/>
      <dgm:spPr/>
      <dgm:t>
        <a:bodyPr/>
        <a:lstStyle/>
        <a:p>
          <a:r>
            <a:rPr lang="en-US"/>
            <a:t>Jelszavak: password_hash() és password_verify() – soha nem tárolunk plain text jelszót.</a:t>
          </a:r>
        </a:p>
      </dgm:t>
    </dgm:pt>
    <dgm:pt modelId="{6FCFD38F-D72D-412C-87BA-9826CEF9E9C6}" type="parTrans" cxnId="{23F37E74-570B-4631-9CE4-9CC657484C2E}">
      <dgm:prSet/>
      <dgm:spPr/>
      <dgm:t>
        <a:bodyPr/>
        <a:lstStyle/>
        <a:p>
          <a:endParaRPr lang="en-US"/>
        </a:p>
      </dgm:t>
    </dgm:pt>
    <dgm:pt modelId="{A39C3F24-EED5-472F-BDC8-DC58A836568A}" type="sibTrans" cxnId="{23F37E74-570B-4631-9CE4-9CC657484C2E}">
      <dgm:prSet/>
      <dgm:spPr/>
      <dgm:t>
        <a:bodyPr/>
        <a:lstStyle/>
        <a:p>
          <a:endParaRPr lang="en-US"/>
        </a:p>
      </dgm:t>
    </dgm:pt>
    <dgm:pt modelId="{3778C95C-12E2-4814-886A-F6FDB6E9AEB0}">
      <dgm:prSet/>
      <dgm:spPr/>
      <dgm:t>
        <a:bodyPr/>
        <a:lstStyle/>
        <a:p>
          <a:r>
            <a:rPr lang="en-US"/>
            <a:t>XSS ellen: Minden felhasználói bemenet megjelenítése előtt htmlspecialchars().</a:t>
          </a:r>
        </a:p>
      </dgm:t>
    </dgm:pt>
    <dgm:pt modelId="{32553E3A-8CD5-43CF-95FC-01C1BF80FA9C}" type="parTrans" cxnId="{00B266DD-252A-4D18-8BA1-8D5D05032C5C}">
      <dgm:prSet/>
      <dgm:spPr/>
      <dgm:t>
        <a:bodyPr/>
        <a:lstStyle/>
        <a:p>
          <a:endParaRPr lang="en-US"/>
        </a:p>
      </dgm:t>
    </dgm:pt>
    <dgm:pt modelId="{A062AA05-3615-4859-952F-EB29A78E3647}" type="sibTrans" cxnId="{00B266DD-252A-4D18-8BA1-8D5D05032C5C}">
      <dgm:prSet/>
      <dgm:spPr/>
      <dgm:t>
        <a:bodyPr/>
        <a:lstStyle/>
        <a:p>
          <a:endParaRPr lang="en-US"/>
        </a:p>
      </dgm:t>
    </dgm:pt>
    <dgm:pt modelId="{52D0F708-CB1A-44D9-896A-9B9ED8557981}">
      <dgm:prSet/>
      <dgm:spPr/>
      <dgm:t>
        <a:bodyPr/>
        <a:lstStyle/>
        <a:p>
          <a:r>
            <a:rPr lang="en-US"/>
            <a:t>Munkamenet: session indítása, a felhasználó azonosítójának tárolása.</a:t>
          </a:r>
        </a:p>
      </dgm:t>
    </dgm:pt>
    <dgm:pt modelId="{5AA63624-E78F-4C45-9591-33A0359FAB70}" type="parTrans" cxnId="{BC73FB90-8487-4F9F-9A68-FC7D883959B6}">
      <dgm:prSet/>
      <dgm:spPr/>
      <dgm:t>
        <a:bodyPr/>
        <a:lstStyle/>
        <a:p>
          <a:endParaRPr lang="en-US"/>
        </a:p>
      </dgm:t>
    </dgm:pt>
    <dgm:pt modelId="{0DA82925-8D26-42FD-9A67-C59919E0BE7F}" type="sibTrans" cxnId="{BC73FB90-8487-4F9F-9A68-FC7D883959B6}">
      <dgm:prSet/>
      <dgm:spPr/>
      <dgm:t>
        <a:bodyPr/>
        <a:lstStyle/>
        <a:p>
          <a:endParaRPr lang="en-US"/>
        </a:p>
      </dgm:t>
    </dgm:pt>
    <dgm:pt modelId="{BD66F930-85EF-4266-9FA9-774A675E9AF9}">
      <dgm:prSet/>
      <dgm:spPr/>
      <dgm:t>
        <a:bodyPr/>
        <a:lstStyle/>
        <a:p>
          <a:r>
            <a:rPr lang="en-US"/>
            <a:t>Jogosultság: isAdmin() ellenőrzés a védett oldalakon.</a:t>
          </a:r>
        </a:p>
      </dgm:t>
    </dgm:pt>
    <dgm:pt modelId="{6B6DE895-4379-44F7-9F5A-7C6021F766CB}" type="parTrans" cxnId="{602D9818-710F-4B19-A8EF-BD3C51EB9562}">
      <dgm:prSet/>
      <dgm:spPr/>
      <dgm:t>
        <a:bodyPr/>
        <a:lstStyle/>
        <a:p>
          <a:endParaRPr lang="en-US"/>
        </a:p>
      </dgm:t>
    </dgm:pt>
    <dgm:pt modelId="{494DC1CC-D33D-4AEE-B401-C6F24F9A97FD}" type="sibTrans" cxnId="{602D9818-710F-4B19-A8EF-BD3C51EB9562}">
      <dgm:prSet/>
      <dgm:spPr/>
      <dgm:t>
        <a:bodyPr/>
        <a:lstStyle/>
        <a:p>
          <a:endParaRPr lang="en-US"/>
        </a:p>
      </dgm:t>
    </dgm:pt>
    <dgm:pt modelId="{962C4845-4212-4D34-B903-06F503E09A10}" type="pres">
      <dgm:prSet presAssocID="{43D72247-C96F-4E53-ADBF-F70E17C48C62}" presName="diagram" presStyleCnt="0">
        <dgm:presLayoutVars>
          <dgm:dir/>
          <dgm:resizeHandles val="exact"/>
        </dgm:presLayoutVars>
      </dgm:prSet>
      <dgm:spPr/>
    </dgm:pt>
    <dgm:pt modelId="{8D79E138-E241-4D63-AB5D-70BE915019E1}" type="pres">
      <dgm:prSet presAssocID="{4C2F4FC4-7D8D-4F70-865B-95978D098B25}" presName="node" presStyleLbl="node1" presStyleIdx="0" presStyleCnt="5">
        <dgm:presLayoutVars>
          <dgm:bulletEnabled val="1"/>
        </dgm:presLayoutVars>
      </dgm:prSet>
      <dgm:spPr/>
    </dgm:pt>
    <dgm:pt modelId="{84C95797-10AD-4061-9392-BD067EA5A497}" type="pres">
      <dgm:prSet presAssocID="{D410AE1C-8882-4BB0-897A-6A7F1842F2B4}" presName="sibTrans" presStyleCnt="0"/>
      <dgm:spPr/>
    </dgm:pt>
    <dgm:pt modelId="{3E6A2456-92D1-4D88-BD0F-E68C18F15492}" type="pres">
      <dgm:prSet presAssocID="{37C56051-B8AD-43BA-B22A-AD736CD6C476}" presName="node" presStyleLbl="node1" presStyleIdx="1" presStyleCnt="5">
        <dgm:presLayoutVars>
          <dgm:bulletEnabled val="1"/>
        </dgm:presLayoutVars>
      </dgm:prSet>
      <dgm:spPr/>
    </dgm:pt>
    <dgm:pt modelId="{7D34EC29-9765-4334-ABE3-0D0698FD3BC9}" type="pres">
      <dgm:prSet presAssocID="{A39C3F24-EED5-472F-BDC8-DC58A836568A}" presName="sibTrans" presStyleCnt="0"/>
      <dgm:spPr/>
    </dgm:pt>
    <dgm:pt modelId="{0398DCA6-BDB9-4982-9A61-ECCC898F0AB1}" type="pres">
      <dgm:prSet presAssocID="{3778C95C-12E2-4814-886A-F6FDB6E9AEB0}" presName="node" presStyleLbl="node1" presStyleIdx="2" presStyleCnt="5">
        <dgm:presLayoutVars>
          <dgm:bulletEnabled val="1"/>
        </dgm:presLayoutVars>
      </dgm:prSet>
      <dgm:spPr/>
    </dgm:pt>
    <dgm:pt modelId="{C1745D80-F9EC-440D-934D-5DAAA3AC1F8A}" type="pres">
      <dgm:prSet presAssocID="{A062AA05-3615-4859-952F-EB29A78E3647}" presName="sibTrans" presStyleCnt="0"/>
      <dgm:spPr/>
    </dgm:pt>
    <dgm:pt modelId="{CF571F38-E83C-4667-9B68-CB6410EE4AD4}" type="pres">
      <dgm:prSet presAssocID="{52D0F708-CB1A-44D9-896A-9B9ED8557981}" presName="node" presStyleLbl="node1" presStyleIdx="3" presStyleCnt="5">
        <dgm:presLayoutVars>
          <dgm:bulletEnabled val="1"/>
        </dgm:presLayoutVars>
      </dgm:prSet>
      <dgm:spPr/>
    </dgm:pt>
    <dgm:pt modelId="{1EB77EFB-1496-4F1B-9D60-3C2DC3B0910D}" type="pres">
      <dgm:prSet presAssocID="{0DA82925-8D26-42FD-9A67-C59919E0BE7F}" presName="sibTrans" presStyleCnt="0"/>
      <dgm:spPr/>
    </dgm:pt>
    <dgm:pt modelId="{202FA45C-13F6-4A13-B2F1-6688663C9033}" type="pres">
      <dgm:prSet presAssocID="{BD66F930-85EF-4266-9FA9-774A675E9AF9}" presName="node" presStyleLbl="node1" presStyleIdx="4" presStyleCnt="5">
        <dgm:presLayoutVars>
          <dgm:bulletEnabled val="1"/>
        </dgm:presLayoutVars>
      </dgm:prSet>
      <dgm:spPr/>
    </dgm:pt>
  </dgm:ptLst>
  <dgm:cxnLst>
    <dgm:cxn modelId="{602D9818-710F-4B19-A8EF-BD3C51EB9562}" srcId="{43D72247-C96F-4E53-ADBF-F70E17C48C62}" destId="{BD66F930-85EF-4266-9FA9-774A675E9AF9}" srcOrd="4" destOrd="0" parTransId="{6B6DE895-4379-44F7-9F5A-7C6021F766CB}" sibTransId="{494DC1CC-D33D-4AEE-B401-C6F24F9A97FD}"/>
    <dgm:cxn modelId="{4A5C641F-C76B-46DE-9F8F-A0F345F4AEC9}" type="presOf" srcId="{52D0F708-CB1A-44D9-896A-9B9ED8557981}" destId="{CF571F38-E83C-4667-9B68-CB6410EE4AD4}" srcOrd="0" destOrd="0" presId="urn:microsoft.com/office/officeart/2005/8/layout/default"/>
    <dgm:cxn modelId="{71281027-F36F-4D7B-8401-4E5B58B84F73}" srcId="{43D72247-C96F-4E53-ADBF-F70E17C48C62}" destId="{4C2F4FC4-7D8D-4F70-865B-95978D098B25}" srcOrd="0" destOrd="0" parTransId="{3DCD05BB-8BB6-4F09-A63C-3837073FC856}" sibTransId="{D410AE1C-8882-4BB0-897A-6A7F1842F2B4}"/>
    <dgm:cxn modelId="{23F37E74-570B-4631-9CE4-9CC657484C2E}" srcId="{43D72247-C96F-4E53-ADBF-F70E17C48C62}" destId="{37C56051-B8AD-43BA-B22A-AD736CD6C476}" srcOrd="1" destOrd="0" parTransId="{6FCFD38F-D72D-412C-87BA-9826CEF9E9C6}" sibTransId="{A39C3F24-EED5-472F-BDC8-DC58A836568A}"/>
    <dgm:cxn modelId="{BC73FB90-8487-4F9F-9A68-FC7D883959B6}" srcId="{43D72247-C96F-4E53-ADBF-F70E17C48C62}" destId="{52D0F708-CB1A-44D9-896A-9B9ED8557981}" srcOrd="3" destOrd="0" parTransId="{5AA63624-E78F-4C45-9591-33A0359FAB70}" sibTransId="{0DA82925-8D26-42FD-9A67-C59919E0BE7F}"/>
    <dgm:cxn modelId="{355FAB9E-D631-42A3-B072-426AF6994AC3}" type="presOf" srcId="{4C2F4FC4-7D8D-4F70-865B-95978D098B25}" destId="{8D79E138-E241-4D63-AB5D-70BE915019E1}" srcOrd="0" destOrd="0" presId="urn:microsoft.com/office/officeart/2005/8/layout/default"/>
    <dgm:cxn modelId="{1C4F7DB5-2A07-4350-BBC4-E1D7C57E9B05}" type="presOf" srcId="{3778C95C-12E2-4814-886A-F6FDB6E9AEB0}" destId="{0398DCA6-BDB9-4982-9A61-ECCC898F0AB1}" srcOrd="0" destOrd="0" presId="urn:microsoft.com/office/officeart/2005/8/layout/default"/>
    <dgm:cxn modelId="{B141DFB8-29CC-41C1-9F75-C8513394FACE}" type="presOf" srcId="{37C56051-B8AD-43BA-B22A-AD736CD6C476}" destId="{3E6A2456-92D1-4D88-BD0F-E68C18F15492}" srcOrd="0" destOrd="0" presId="urn:microsoft.com/office/officeart/2005/8/layout/default"/>
    <dgm:cxn modelId="{713DDDBD-7FB5-49B5-A9EE-D8348029FCF2}" type="presOf" srcId="{43D72247-C96F-4E53-ADBF-F70E17C48C62}" destId="{962C4845-4212-4D34-B903-06F503E09A10}" srcOrd="0" destOrd="0" presId="urn:microsoft.com/office/officeart/2005/8/layout/default"/>
    <dgm:cxn modelId="{00B266DD-252A-4D18-8BA1-8D5D05032C5C}" srcId="{43D72247-C96F-4E53-ADBF-F70E17C48C62}" destId="{3778C95C-12E2-4814-886A-F6FDB6E9AEB0}" srcOrd="2" destOrd="0" parTransId="{32553E3A-8CD5-43CF-95FC-01C1BF80FA9C}" sibTransId="{A062AA05-3615-4859-952F-EB29A78E3647}"/>
    <dgm:cxn modelId="{0FC6ABF9-2D4C-43DA-B63F-CA5C32090FA1}" type="presOf" srcId="{BD66F930-85EF-4266-9FA9-774A675E9AF9}" destId="{202FA45C-13F6-4A13-B2F1-6688663C9033}" srcOrd="0" destOrd="0" presId="urn:microsoft.com/office/officeart/2005/8/layout/default"/>
    <dgm:cxn modelId="{28DAF2DA-8DA5-4DC9-A2B4-3F60190CDC07}" type="presParOf" srcId="{962C4845-4212-4D34-B903-06F503E09A10}" destId="{8D79E138-E241-4D63-AB5D-70BE915019E1}" srcOrd="0" destOrd="0" presId="urn:microsoft.com/office/officeart/2005/8/layout/default"/>
    <dgm:cxn modelId="{C1DA5FCD-D2D3-4CA9-A528-5F07F5046B52}" type="presParOf" srcId="{962C4845-4212-4D34-B903-06F503E09A10}" destId="{84C95797-10AD-4061-9392-BD067EA5A497}" srcOrd="1" destOrd="0" presId="urn:microsoft.com/office/officeart/2005/8/layout/default"/>
    <dgm:cxn modelId="{494D228B-8E52-41F6-82E5-1AD9B384FB2A}" type="presParOf" srcId="{962C4845-4212-4D34-B903-06F503E09A10}" destId="{3E6A2456-92D1-4D88-BD0F-E68C18F15492}" srcOrd="2" destOrd="0" presId="urn:microsoft.com/office/officeart/2005/8/layout/default"/>
    <dgm:cxn modelId="{698BBC20-7A05-4552-A708-9BD813FFA529}" type="presParOf" srcId="{962C4845-4212-4D34-B903-06F503E09A10}" destId="{7D34EC29-9765-4334-ABE3-0D0698FD3BC9}" srcOrd="3" destOrd="0" presId="urn:microsoft.com/office/officeart/2005/8/layout/default"/>
    <dgm:cxn modelId="{5A0BFFD6-D9B6-460B-92CC-586FD9F62DE6}" type="presParOf" srcId="{962C4845-4212-4D34-B903-06F503E09A10}" destId="{0398DCA6-BDB9-4982-9A61-ECCC898F0AB1}" srcOrd="4" destOrd="0" presId="urn:microsoft.com/office/officeart/2005/8/layout/default"/>
    <dgm:cxn modelId="{6D5F825A-D81C-4B7A-882D-A715D20268BB}" type="presParOf" srcId="{962C4845-4212-4D34-B903-06F503E09A10}" destId="{C1745D80-F9EC-440D-934D-5DAAA3AC1F8A}" srcOrd="5" destOrd="0" presId="urn:microsoft.com/office/officeart/2005/8/layout/default"/>
    <dgm:cxn modelId="{67F95AD6-6D5C-4D75-AFEF-BD14B8A93BDE}" type="presParOf" srcId="{962C4845-4212-4D34-B903-06F503E09A10}" destId="{CF571F38-E83C-4667-9B68-CB6410EE4AD4}" srcOrd="6" destOrd="0" presId="urn:microsoft.com/office/officeart/2005/8/layout/default"/>
    <dgm:cxn modelId="{8D52542C-A4E6-49D1-B092-E20A340602F2}" type="presParOf" srcId="{962C4845-4212-4D34-B903-06F503E09A10}" destId="{1EB77EFB-1496-4F1B-9D60-3C2DC3B0910D}" srcOrd="7" destOrd="0" presId="urn:microsoft.com/office/officeart/2005/8/layout/default"/>
    <dgm:cxn modelId="{57A7A07E-1F49-4BA9-A71E-AC562BE8DCBF}" type="presParOf" srcId="{962C4845-4212-4D34-B903-06F503E09A10}" destId="{202FA45C-13F6-4A13-B2F1-6688663C903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31321F8-ABBA-4CAD-8D14-E0641B1B0D1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3016422-1DA3-4537-9EB2-C182A33C97A1}">
      <dgm:prSet/>
      <dgm:spPr/>
      <dgm:t>
        <a:bodyPr/>
        <a:lstStyle/>
        <a:p>
          <a:r>
            <a:rPr lang="hu-HU"/>
            <a:t>Elfelejtett jelszó funkció (email küldéssel).</a:t>
          </a:r>
          <a:endParaRPr lang="en-US"/>
        </a:p>
      </dgm:t>
    </dgm:pt>
    <dgm:pt modelId="{9901E432-B205-43B7-94A2-D2605E0946CA}" type="parTrans" cxnId="{BF2D5059-6BEA-480D-86CB-79DFE2945C02}">
      <dgm:prSet/>
      <dgm:spPr/>
      <dgm:t>
        <a:bodyPr/>
        <a:lstStyle/>
        <a:p>
          <a:endParaRPr lang="en-US"/>
        </a:p>
      </dgm:t>
    </dgm:pt>
    <dgm:pt modelId="{CFFCC0AF-4FD5-449E-B328-EC92938BDC9F}" type="sibTrans" cxnId="{BF2D5059-6BEA-480D-86CB-79DFE2945C02}">
      <dgm:prSet/>
      <dgm:spPr/>
      <dgm:t>
        <a:bodyPr/>
        <a:lstStyle/>
        <a:p>
          <a:endParaRPr lang="en-US"/>
        </a:p>
      </dgm:t>
    </dgm:pt>
    <dgm:pt modelId="{2AC36F5A-9EFC-4385-A2F3-4ACA92B0FF7C}">
      <dgm:prSet/>
      <dgm:spPr/>
      <dgm:t>
        <a:bodyPr/>
        <a:lstStyle/>
        <a:p>
          <a:r>
            <a:rPr lang="hu-HU"/>
            <a:t>Rendelés státuszának módosítása az admin felületen.</a:t>
          </a:r>
          <a:endParaRPr lang="en-US"/>
        </a:p>
      </dgm:t>
    </dgm:pt>
    <dgm:pt modelId="{331640FF-2EBF-4636-B58C-5D16870D452C}" type="parTrans" cxnId="{6D7E8A02-D6D8-4C2D-914D-C433F179A719}">
      <dgm:prSet/>
      <dgm:spPr/>
      <dgm:t>
        <a:bodyPr/>
        <a:lstStyle/>
        <a:p>
          <a:endParaRPr lang="en-US"/>
        </a:p>
      </dgm:t>
    </dgm:pt>
    <dgm:pt modelId="{299C9505-186F-450B-9353-CEE52C9CD032}" type="sibTrans" cxnId="{6D7E8A02-D6D8-4C2D-914D-C433F179A719}">
      <dgm:prSet/>
      <dgm:spPr/>
      <dgm:t>
        <a:bodyPr/>
        <a:lstStyle/>
        <a:p>
          <a:endParaRPr lang="en-US"/>
        </a:p>
      </dgm:t>
    </dgm:pt>
    <dgm:pt modelId="{0FC2739A-F57D-4997-A114-DC03CD66D7AA}">
      <dgm:prSet/>
      <dgm:spPr/>
      <dgm:t>
        <a:bodyPr/>
        <a:lstStyle/>
        <a:p>
          <a:r>
            <a:rPr lang="hu-HU"/>
            <a:t>Éles PayPal fiókra váltás.</a:t>
          </a:r>
          <a:endParaRPr lang="en-US"/>
        </a:p>
      </dgm:t>
    </dgm:pt>
    <dgm:pt modelId="{D6119B26-7C4C-4E37-802F-80394401A4B7}" type="parTrans" cxnId="{D2F946C9-066D-42E7-9F54-2E343829C612}">
      <dgm:prSet/>
      <dgm:spPr/>
      <dgm:t>
        <a:bodyPr/>
        <a:lstStyle/>
        <a:p>
          <a:endParaRPr lang="en-US"/>
        </a:p>
      </dgm:t>
    </dgm:pt>
    <dgm:pt modelId="{4C0A9497-2993-43BB-BD4C-BDCF397D1C41}" type="sibTrans" cxnId="{D2F946C9-066D-42E7-9F54-2E343829C612}">
      <dgm:prSet/>
      <dgm:spPr/>
      <dgm:t>
        <a:bodyPr/>
        <a:lstStyle/>
        <a:p>
          <a:endParaRPr lang="en-US"/>
        </a:p>
      </dgm:t>
    </dgm:pt>
    <dgm:pt modelId="{7F03618D-D77B-4835-BA49-C04E60868DD7}">
      <dgm:prSet/>
      <dgm:spPr/>
      <dgm:t>
        <a:bodyPr/>
        <a:lstStyle/>
        <a:p>
          <a:r>
            <a:rPr lang="hu-HU"/>
            <a:t>Többnyelvű támogatás.</a:t>
          </a:r>
          <a:endParaRPr lang="en-US"/>
        </a:p>
      </dgm:t>
    </dgm:pt>
    <dgm:pt modelId="{DD9AF3EB-72B2-4EF7-A83D-972F22E93D3F}" type="parTrans" cxnId="{E3E9FBAB-4B62-4DF3-B84A-9052D948256D}">
      <dgm:prSet/>
      <dgm:spPr/>
      <dgm:t>
        <a:bodyPr/>
        <a:lstStyle/>
        <a:p>
          <a:endParaRPr lang="en-US"/>
        </a:p>
      </dgm:t>
    </dgm:pt>
    <dgm:pt modelId="{66A9E628-C542-4640-BD5D-D593E4D616E3}" type="sibTrans" cxnId="{E3E9FBAB-4B62-4DF3-B84A-9052D948256D}">
      <dgm:prSet/>
      <dgm:spPr/>
      <dgm:t>
        <a:bodyPr/>
        <a:lstStyle/>
        <a:p>
          <a:endParaRPr lang="en-US"/>
        </a:p>
      </dgm:t>
    </dgm:pt>
    <dgm:pt modelId="{7A777D25-ADCF-4825-9882-F5B2E7604D0C}">
      <dgm:prSet/>
      <dgm:spPr/>
      <dgm:t>
        <a:bodyPr/>
        <a:lstStyle/>
        <a:p>
          <a:r>
            <a:rPr lang="hu-HU"/>
            <a:t>Felhasználói profil szerkesztése.</a:t>
          </a:r>
          <a:endParaRPr lang="en-US"/>
        </a:p>
      </dgm:t>
    </dgm:pt>
    <dgm:pt modelId="{A4FCCE44-E12B-4E86-BE0F-DE591BE5CB5A}" type="parTrans" cxnId="{E2196C26-E07C-4E3B-ADFA-874989CEB3B4}">
      <dgm:prSet/>
      <dgm:spPr/>
      <dgm:t>
        <a:bodyPr/>
        <a:lstStyle/>
        <a:p>
          <a:endParaRPr lang="en-US"/>
        </a:p>
      </dgm:t>
    </dgm:pt>
    <dgm:pt modelId="{84E245DF-E902-4A8D-B11D-37423F7BBA39}" type="sibTrans" cxnId="{E2196C26-E07C-4E3B-ADFA-874989CEB3B4}">
      <dgm:prSet/>
      <dgm:spPr/>
      <dgm:t>
        <a:bodyPr/>
        <a:lstStyle/>
        <a:p>
          <a:endParaRPr lang="en-US"/>
        </a:p>
      </dgm:t>
    </dgm:pt>
    <dgm:pt modelId="{6C98BAC6-3291-44D7-8C4D-C117796DEE29}" type="pres">
      <dgm:prSet presAssocID="{231321F8-ABBA-4CAD-8D14-E0641B1B0D19}" presName="linear" presStyleCnt="0">
        <dgm:presLayoutVars>
          <dgm:animLvl val="lvl"/>
          <dgm:resizeHandles val="exact"/>
        </dgm:presLayoutVars>
      </dgm:prSet>
      <dgm:spPr/>
    </dgm:pt>
    <dgm:pt modelId="{6C1C8C62-1A54-4598-8978-F13D89D6F07E}" type="pres">
      <dgm:prSet presAssocID="{53016422-1DA3-4537-9EB2-C182A33C97A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FE3E2CE-C312-4487-BB1B-8A6B52014600}" type="pres">
      <dgm:prSet presAssocID="{CFFCC0AF-4FD5-449E-B328-EC92938BDC9F}" presName="spacer" presStyleCnt="0"/>
      <dgm:spPr/>
    </dgm:pt>
    <dgm:pt modelId="{33B6A900-FB04-4632-A6F5-86F774317894}" type="pres">
      <dgm:prSet presAssocID="{2AC36F5A-9EFC-4385-A2F3-4ACA92B0FF7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623AC67-028F-4628-819A-93CC2ABBE5B0}" type="pres">
      <dgm:prSet presAssocID="{299C9505-186F-450B-9353-CEE52C9CD032}" presName="spacer" presStyleCnt="0"/>
      <dgm:spPr/>
    </dgm:pt>
    <dgm:pt modelId="{D92BA998-66B4-4772-9420-5A4191F7205F}" type="pres">
      <dgm:prSet presAssocID="{0FC2739A-F57D-4997-A114-DC03CD66D7A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3DBC646-00A2-404C-8BB0-83EC3FE78581}" type="pres">
      <dgm:prSet presAssocID="{4C0A9497-2993-43BB-BD4C-BDCF397D1C41}" presName="spacer" presStyleCnt="0"/>
      <dgm:spPr/>
    </dgm:pt>
    <dgm:pt modelId="{EDF00CB8-2CC7-4C0A-8806-1F0A9E68AAFA}" type="pres">
      <dgm:prSet presAssocID="{7F03618D-D77B-4835-BA49-C04E60868DD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4033BBB-C59F-4C0D-96F0-EC58366D1F9A}" type="pres">
      <dgm:prSet presAssocID="{66A9E628-C542-4640-BD5D-D593E4D616E3}" presName="spacer" presStyleCnt="0"/>
      <dgm:spPr/>
    </dgm:pt>
    <dgm:pt modelId="{E3B2B7EC-41DC-4C50-A716-102481405165}" type="pres">
      <dgm:prSet presAssocID="{7A777D25-ADCF-4825-9882-F5B2E7604D0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D7E8A02-D6D8-4C2D-914D-C433F179A719}" srcId="{231321F8-ABBA-4CAD-8D14-E0641B1B0D19}" destId="{2AC36F5A-9EFC-4385-A2F3-4ACA92B0FF7C}" srcOrd="1" destOrd="0" parTransId="{331640FF-2EBF-4636-B58C-5D16870D452C}" sibTransId="{299C9505-186F-450B-9353-CEE52C9CD032}"/>
    <dgm:cxn modelId="{3238E40D-F96B-4FAA-97F6-B2E0023CB651}" type="presOf" srcId="{53016422-1DA3-4537-9EB2-C182A33C97A1}" destId="{6C1C8C62-1A54-4598-8978-F13D89D6F07E}" srcOrd="0" destOrd="0" presId="urn:microsoft.com/office/officeart/2005/8/layout/vList2"/>
    <dgm:cxn modelId="{E2196C26-E07C-4E3B-ADFA-874989CEB3B4}" srcId="{231321F8-ABBA-4CAD-8D14-E0641B1B0D19}" destId="{7A777D25-ADCF-4825-9882-F5B2E7604D0C}" srcOrd="4" destOrd="0" parTransId="{A4FCCE44-E12B-4E86-BE0F-DE591BE5CB5A}" sibTransId="{84E245DF-E902-4A8D-B11D-37423F7BBA39}"/>
    <dgm:cxn modelId="{E6848C4D-B6A5-4FFA-A76E-65F58A8932D5}" type="presOf" srcId="{7F03618D-D77B-4835-BA49-C04E60868DD7}" destId="{EDF00CB8-2CC7-4C0A-8806-1F0A9E68AAFA}" srcOrd="0" destOrd="0" presId="urn:microsoft.com/office/officeart/2005/8/layout/vList2"/>
    <dgm:cxn modelId="{BF2D5059-6BEA-480D-86CB-79DFE2945C02}" srcId="{231321F8-ABBA-4CAD-8D14-E0641B1B0D19}" destId="{53016422-1DA3-4537-9EB2-C182A33C97A1}" srcOrd="0" destOrd="0" parTransId="{9901E432-B205-43B7-94A2-D2605E0946CA}" sibTransId="{CFFCC0AF-4FD5-449E-B328-EC92938BDC9F}"/>
    <dgm:cxn modelId="{E3E9FBAB-4B62-4DF3-B84A-9052D948256D}" srcId="{231321F8-ABBA-4CAD-8D14-E0641B1B0D19}" destId="{7F03618D-D77B-4835-BA49-C04E60868DD7}" srcOrd="3" destOrd="0" parTransId="{DD9AF3EB-72B2-4EF7-A83D-972F22E93D3F}" sibTransId="{66A9E628-C542-4640-BD5D-D593E4D616E3}"/>
    <dgm:cxn modelId="{AA64F7B3-6533-441A-9F47-23F52230EE98}" type="presOf" srcId="{0FC2739A-F57D-4997-A114-DC03CD66D7AA}" destId="{D92BA998-66B4-4772-9420-5A4191F7205F}" srcOrd="0" destOrd="0" presId="urn:microsoft.com/office/officeart/2005/8/layout/vList2"/>
    <dgm:cxn modelId="{5ED4C8B7-E0CC-42E6-BC4D-7BF7C0BFC87F}" type="presOf" srcId="{7A777D25-ADCF-4825-9882-F5B2E7604D0C}" destId="{E3B2B7EC-41DC-4C50-A716-102481405165}" srcOrd="0" destOrd="0" presId="urn:microsoft.com/office/officeart/2005/8/layout/vList2"/>
    <dgm:cxn modelId="{F83A32C5-64B9-4C0A-A543-83003FFC1905}" type="presOf" srcId="{231321F8-ABBA-4CAD-8D14-E0641B1B0D19}" destId="{6C98BAC6-3291-44D7-8C4D-C117796DEE29}" srcOrd="0" destOrd="0" presId="urn:microsoft.com/office/officeart/2005/8/layout/vList2"/>
    <dgm:cxn modelId="{D2F946C9-066D-42E7-9F54-2E343829C612}" srcId="{231321F8-ABBA-4CAD-8D14-E0641B1B0D19}" destId="{0FC2739A-F57D-4997-A114-DC03CD66D7AA}" srcOrd="2" destOrd="0" parTransId="{D6119B26-7C4C-4E37-802F-80394401A4B7}" sibTransId="{4C0A9497-2993-43BB-BD4C-BDCF397D1C41}"/>
    <dgm:cxn modelId="{5F5280D4-CA54-4FFF-96AE-63DAFDDD32D9}" type="presOf" srcId="{2AC36F5A-9EFC-4385-A2F3-4ACA92B0FF7C}" destId="{33B6A900-FB04-4632-A6F5-86F774317894}" srcOrd="0" destOrd="0" presId="urn:microsoft.com/office/officeart/2005/8/layout/vList2"/>
    <dgm:cxn modelId="{D83B5AFF-8A3F-4BD2-9CD3-F7F6301A7D0D}" type="presParOf" srcId="{6C98BAC6-3291-44D7-8C4D-C117796DEE29}" destId="{6C1C8C62-1A54-4598-8978-F13D89D6F07E}" srcOrd="0" destOrd="0" presId="urn:microsoft.com/office/officeart/2005/8/layout/vList2"/>
    <dgm:cxn modelId="{B3E60ABD-BF42-469B-98E4-A3AEAD261BA4}" type="presParOf" srcId="{6C98BAC6-3291-44D7-8C4D-C117796DEE29}" destId="{2FE3E2CE-C312-4487-BB1B-8A6B52014600}" srcOrd="1" destOrd="0" presId="urn:microsoft.com/office/officeart/2005/8/layout/vList2"/>
    <dgm:cxn modelId="{6305D073-3C4F-47FF-BC4F-9D3280C690E3}" type="presParOf" srcId="{6C98BAC6-3291-44D7-8C4D-C117796DEE29}" destId="{33B6A900-FB04-4632-A6F5-86F774317894}" srcOrd="2" destOrd="0" presId="urn:microsoft.com/office/officeart/2005/8/layout/vList2"/>
    <dgm:cxn modelId="{9A4C97E2-3708-430B-B26F-FDF272F4F8D0}" type="presParOf" srcId="{6C98BAC6-3291-44D7-8C4D-C117796DEE29}" destId="{5623AC67-028F-4628-819A-93CC2ABBE5B0}" srcOrd="3" destOrd="0" presId="urn:microsoft.com/office/officeart/2005/8/layout/vList2"/>
    <dgm:cxn modelId="{1A13630A-915E-472B-AAED-BA8DE9E9BD8A}" type="presParOf" srcId="{6C98BAC6-3291-44D7-8C4D-C117796DEE29}" destId="{D92BA998-66B4-4772-9420-5A4191F7205F}" srcOrd="4" destOrd="0" presId="urn:microsoft.com/office/officeart/2005/8/layout/vList2"/>
    <dgm:cxn modelId="{64F6B640-1C82-479C-858F-14C75D9B27A8}" type="presParOf" srcId="{6C98BAC6-3291-44D7-8C4D-C117796DEE29}" destId="{43DBC646-00A2-404C-8BB0-83EC3FE78581}" srcOrd="5" destOrd="0" presId="urn:microsoft.com/office/officeart/2005/8/layout/vList2"/>
    <dgm:cxn modelId="{FC45EAC4-6F81-41B9-9D01-1243803CDF04}" type="presParOf" srcId="{6C98BAC6-3291-44D7-8C4D-C117796DEE29}" destId="{EDF00CB8-2CC7-4C0A-8806-1F0A9E68AAFA}" srcOrd="6" destOrd="0" presId="urn:microsoft.com/office/officeart/2005/8/layout/vList2"/>
    <dgm:cxn modelId="{C27C8F9A-8CDB-4F2F-81EF-2353E9ED2066}" type="presParOf" srcId="{6C98BAC6-3291-44D7-8C4D-C117796DEE29}" destId="{94033BBB-C59F-4C0D-96F0-EC58366D1F9A}" srcOrd="7" destOrd="0" presId="urn:microsoft.com/office/officeart/2005/8/layout/vList2"/>
    <dgm:cxn modelId="{B9538D46-A0C3-42BB-9571-DAE6EB41BF3D}" type="presParOf" srcId="{6C98BAC6-3291-44D7-8C4D-C117796DEE29}" destId="{E3B2B7EC-41DC-4C50-A716-10248140516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0FE49DFD-EFE6-423F-BEDB-AFB94254E32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F2FDF69-868C-448A-8DC1-6FFAB695A1D4}">
      <dgm:prSet/>
      <dgm:spPr/>
      <dgm:t>
        <a:bodyPr/>
        <a:lstStyle/>
        <a:p>
          <a:r>
            <a:rPr lang="en-US"/>
            <a:t>Teljes funkcionalitású webáruház natív PHP-ban.</a:t>
          </a:r>
        </a:p>
      </dgm:t>
    </dgm:pt>
    <dgm:pt modelId="{824FF587-A505-4EB7-8AE5-5AB8CD3E1F19}" type="parTrans" cxnId="{92A21E18-7083-4721-B608-E9C0628D51A8}">
      <dgm:prSet/>
      <dgm:spPr/>
      <dgm:t>
        <a:bodyPr/>
        <a:lstStyle/>
        <a:p>
          <a:endParaRPr lang="en-US"/>
        </a:p>
      </dgm:t>
    </dgm:pt>
    <dgm:pt modelId="{1547CD22-1ECF-416E-B60E-78805449CEDD}" type="sibTrans" cxnId="{92A21E18-7083-4721-B608-E9C0628D51A8}">
      <dgm:prSet/>
      <dgm:spPr/>
      <dgm:t>
        <a:bodyPr/>
        <a:lstStyle/>
        <a:p>
          <a:endParaRPr lang="en-US"/>
        </a:p>
      </dgm:t>
    </dgm:pt>
    <dgm:pt modelId="{464025C4-90C7-49F6-AA3F-12F8389D2E53}">
      <dgm:prSet/>
      <dgm:spPr/>
      <dgm:t>
        <a:bodyPr/>
        <a:lstStyle/>
        <a:p>
          <a:r>
            <a:rPr lang="en-US"/>
            <a:t>Felhasználóbarát, reszponzív felület.</a:t>
          </a:r>
        </a:p>
      </dgm:t>
    </dgm:pt>
    <dgm:pt modelId="{830B1EC8-FACC-46DE-B982-8C3AD8A088D1}" type="parTrans" cxnId="{0F3FF241-ADCF-4A85-B74E-07F93ACD9522}">
      <dgm:prSet/>
      <dgm:spPr/>
      <dgm:t>
        <a:bodyPr/>
        <a:lstStyle/>
        <a:p>
          <a:endParaRPr lang="en-US"/>
        </a:p>
      </dgm:t>
    </dgm:pt>
    <dgm:pt modelId="{70CB8ABB-BE6F-4F05-AD5B-B80DE4D10D5C}" type="sibTrans" cxnId="{0F3FF241-ADCF-4A85-B74E-07F93ACD9522}">
      <dgm:prSet/>
      <dgm:spPr/>
      <dgm:t>
        <a:bodyPr/>
        <a:lstStyle/>
        <a:p>
          <a:endParaRPr lang="en-US"/>
        </a:p>
      </dgm:t>
    </dgm:pt>
    <dgm:pt modelId="{2A52DBCF-C76C-4EF8-B0A5-9EF13B389736}">
      <dgm:prSet/>
      <dgm:spPr/>
      <dgm:t>
        <a:bodyPr/>
        <a:lstStyle/>
        <a:p>
          <a:r>
            <a:rPr lang="en-US"/>
            <a:t>Biztonságos adatkezelés (hash, prepared statements).</a:t>
          </a:r>
        </a:p>
      </dgm:t>
    </dgm:pt>
    <dgm:pt modelId="{EEA16EDB-8CE1-4477-9C85-72E3143FC462}" type="parTrans" cxnId="{C61E0C3C-0DF8-4689-B92E-CDA0FC4E0140}">
      <dgm:prSet/>
      <dgm:spPr/>
      <dgm:t>
        <a:bodyPr/>
        <a:lstStyle/>
        <a:p>
          <a:endParaRPr lang="en-US"/>
        </a:p>
      </dgm:t>
    </dgm:pt>
    <dgm:pt modelId="{82C63AD1-1435-47EC-89FE-6ECCD156D16F}" type="sibTrans" cxnId="{C61E0C3C-0DF8-4689-B92E-CDA0FC4E0140}">
      <dgm:prSet/>
      <dgm:spPr/>
      <dgm:t>
        <a:bodyPr/>
        <a:lstStyle/>
        <a:p>
          <a:endParaRPr lang="en-US"/>
        </a:p>
      </dgm:t>
    </dgm:pt>
    <dgm:pt modelId="{ABB36567-58FA-46A7-BD99-AAC00BD67082}">
      <dgm:prSet/>
      <dgm:spPr/>
      <dgm:t>
        <a:bodyPr/>
        <a:lstStyle/>
        <a:p>
          <a:r>
            <a:rPr lang="en-US"/>
            <a:t>PayPal fizetési integráció (sandbox).</a:t>
          </a:r>
        </a:p>
      </dgm:t>
    </dgm:pt>
    <dgm:pt modelId="{4C748C0C-DF26-4DDB-AB86-E7F0FF46C1C9}" type="parTrans" cxnId="{8F7E0B2E-45D6-49EE-B132-E6C2673335CE}">
      <dgm:prSet/>
      <dgm:spPr/>
      <dgm:t>
        <a:bodyPr/>
        <a:lstStyle/>
        <a:p>
          <a:endParaRPr lang="en-US"/>
        </a:p>
      </dgm:t>
    </dgm:pt>
    <dgm:pt modelId="{96A30198-DC67-486C-9919-E9EB6857F38B}" type="sibTrans" cxnId="{8F7E0B2E-45D6-49EE-B132-E6C2673335CE}">
      <dgm:prSet/>
      <dgm:spPr/>
      <dgm:t>
        <a:bodyPr/>
        <a:lstStyle/>
        <a:p>
          <a:endParaRPr lang="en-US"/>
        </a:p>
      </dgm:t>
    </dgm:pt>
    <dgm:pt modelId="{5DD3521E-CDAA-4E86-BA4B-B44F2BA7DA34}">
      <dgm:prSet/>
      <dgm:spPr/>
      <dgm:t>
        <a:bodyPr/>
        <a:lstStyle/>
        <a:p>
          <a:r>
            <a:rPr lang="en-US"/>
            <a:t>Admin felület a teljes körű tartalomkezeléshez.</a:t>
          </a:r>
        </a:p>
      </dgm:t>
    </dgm:pt>
    <dgm:pt modelId="{6B7BE52E-0D1C-4AF9-99F0-C72A95043BFC}" type="parTrans" cxnId="{9968A4E4-054C-4DF6-9E16-D402542DADD7}">
      <dgm:prSet/>
      <dgm:spPr/>
      <dgm:t>
        <a:bodyPr/>
        <a:lstStyle/>
        <a:p>
          <a:endParaRPr lang="en-US"/>
        </a:p>
      </dgm:t>
    </dgm:pt>
    <dgm:pt modelId="{1689CF25-FEB4-4443-A999-EF7E9DDD19F1}" type="sibTrans" cxnId="{9968A4E4-054C-4DF6-9E16-D402542DADD7}">
      <dgm:prSet/>
      <dgm:spPr/>
      <dgm:t>
        <a:bodyPr/>
        <a:lstStyle/>
        <a:p>
          <a:endParaRPr lang="en-US"/>
        </a:p>
      </dgm:t>
    </dgm:pt>
    <dgm:pt modelId="{8899466B-6D9D-49B5-8F7E-BCE87A3231C0}">
      <dgm:prSet/>
      <dgm:spPr/>
      <dgm:t>
        <a:bodyPr/>
        <a:lstStyle/>
        <a:p>
          <a:r>
            <a:rPr lang="en-US"/>
            <a:t>A projekt kiváló alap a továbbfejlesztéshez.</a:t>
          </a:r>
        </a:p>
      </dgm:t>
    </dgm:pt>
    <dgm:pt modelId="{0FEAFDAC-C26A-40BC-A167-1C1B740057EE}" type="parTrans" cxnId="{AB0BB784-0DB9-4358-837D-2CED9CB913A4}">
      <dgm:prSet/>
      <dgm:spPr/>
      <dgm:t>
        <a:bodyPr/>
        <a:lstStyle/>
        <a:p>
          <a:endParaRPr lang="en-US"/>
        </a:p>
      </dgm:t>
    </dgm:pt>
    <dgm:pt modelId="{3D8FF786-2253-4C6C-B342-DFBE28401BFD}" type="sibTrans" cxnId="{AB0BB784-0DB9-4358-837D-2CED9CB913A4}">
      <dgm:prSet/>
      <dgm:spPr/>
      <dgm:t>
        <a:bodyPr/>
        <a:lstStyle/>
        <a:p>
          <a:endParaRPr lang="en-US"/>
        </a:p>
      </dgm:t>
    </dgm:pt>
    <dgm:pt modelId="{732FDD6F-9ED5-407C-8DCE-9D214D256933}" type="pres">
      <dgm:prSet presAssocID="{0FE49DFD-EFE6-423F-BEDB-AFB94254E323}" presName="linear" presStyleCnt="0">
        <dgm:presLayoutVars>
          <dgm:animLvl val="lvl"/>
          <dgm:resizeHandles val="exact"/>
        </dgm:presLayoutVars>
      </dgm:prSet>
      <dgm:spPr/>
    </dgm:pt>
    <dgm:pt modelId="{90BF8F79-91CE-465B-AAE0-4FFA684F8E16}" type="pres">
      <dgm:prSet presAssocID="{0F2FDF69-868C-448A-8DC1-6FFAB695A1D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4994775-3747-4F28-962A-BCB2DD48F883}" type="pres">
      <dgm:prSet presAssocID="{1547CD22-1ECF-416E-B60E-78805449CEDD}" presName="spacer" presStyleCnt="0"/>
      <dgm:spPr/>
    </dgm:pt>
    <dgm:pt modelId="{C5D47D68-8846-4A88-93DE-0E33E83B57A9}" type="pres">
      <dgm:prSet presAssocID="{464025C4-90C7-49F6-AA3F-12F8389D2E5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34D5671-B2F0-41BF-9C03-38BEA984E289}" type="pres">
      <dgm:prSet presAssocID="{70CB8ABB-BE6F-4F05-AD5B-B80DE4D10D5C}" presName="spacer" presStyleCnt="0"/>
      <dgm:spPr/>
    </dgm:pt>
    <dgm:pt modelId="{011081B7-69DB-44CD-84CB-57C38D177B2A}" type="pres">
      <dgm:prSet presAssocID="{2A52DBCF-C76C-4EF8-B0A5-9EF13B38973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B006548-0D35-4341-98C0-7E1AC003ACD4}" type="pres">
      <dgm:prSet presAssocID="{82C63AD1-1435-47EC-89FE-6ECCD156D16F}" presName="spacer" presStyleCnt="0"/>
      <dgm:spPr/>
    </dgm:pt>
    <dgm:pt modelId="{B8DEBE27-F7B0-4F76-B551-FE59C8DF1A48}" type="pres">
      <dgm:prSet presAssocID="{ABB36567-58FA-46A7-BD99-AAC00BD6708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9E5A1AB-A070-44AC-9B48-26204AD9585F}" type="pres">
      <dgm:prSet presAssocID="{96A30198-DC67-486C-9919-E9EB6857F38B}" presName="spacer" presStyleCnt="0"/>
      <dgm:spPr/>
    </dgm:pt>
    <dgm:pt modelId="{8C59BAB6-5609-491E-B984-20C661CFA3B9}" type="pres">
      <dgm:prSet presAssocID="{5DD3521E-CDAA-4E86-BA4B-B44F2BA7DA3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FB89F6CA-DF05-40C4-B558-1B9D847B3DB9}" type="pres">
      <dgm:prSet presAssocID="{1689CF25-FEB4-4443-A999-EF7E9DDD19F1}" presName="spacer" presStyleCnt="0"/>
      <dgm:spPr/>
    </dgm:pt>
    <dgm:pt modelId="{BF1C78F5-07B3-4F6B-A667-BF3B52CDC9B9}" type="pres">
      <dgm:prSet presAssocID="{8899466B-6D9D-49B5-8F7E-BCE87A3231C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2A21E18-7083-4721-B608-E9C0628D51A8}" srcId="{0FE49DFD-EFE6-423F-BEDB-AFB94254E323}" destId="{0F2FDF69-868C-448A-8DC1-6FFAB695A1D4}" srcOrd="0" destOrd="0" parTransId="{824FF587-A505-4EB7-8AE5-5AB8CD3E1F19}" sibTransId="{1547CD22-1ECF-416E-B60E-78805449CEDD}"/>
    <dgm:cxn modelId="{7344881E-1A91-4125-B479-5EFAB98DD575}" type="presOf" srcId="{464025C4-90C7-49F6-AA3F-12F8389D2E53}" destId="{C5D47D68-8846-4A88-93DE-0E33E83B57A9}" srcOrd="0" destOrd="0" presId="urn:microsoft.com/office/officeart/2005/8/layout/vList2"/>
    <dgm:cxn modelId="{8F7E0B2E-45D6-49EE-B132-E6C2673335CE}" srcId="{0FE49DFD-EFE6-423F-BEDB-AFB94254E323}" destId="{ABB36567-58FA-46A7-BD99-AAC00BD67082}" srcOrd="3" destOrd="0" parTransId="{4C748C0C-DF26-4DDB-AB86-E7F0FF46C1C9}" sibTransId="{96A30198-DC67-486C-9919-E9EB6857F38B}"/>
    <dgm:cxn modelId="{7CF12B34-6CDA-406F-803F-5795BEB757C8}" type="presOf" srcId="{2A52DBCF-C76C-4EF8-B0A5-9EF13B389736}" destId="{011081B7-69DB-44CD-84CB-57C38D177B2A}" srcOrd="0" destOrd="0" presId="urn:microsoft.com/office/officeart/2005/8/layout/vList2"/>
    <dgm:cxn modelId="{347B2835-C3E0-416F-866B-206190507C1F}" type="presOf" srcId="{8899466B-6D9D-49B5-8F7E-BCE87A3231C0}" destId="{BF1C78F5-07B3-4F6B-A667-BF3B52CDC9B9}" srcOrd="0" destOrd="0" presId="urn:microsoft.com/office/officeart/2005/8/layout/vList2"/>
    <dgm:cxn modelId="{C61E0C3C-0DF8-4689-B92E-CDA0FC4E0140}" srcId="{0FE49DFD-EFE6-423F-BEDB-AFB94254E323}" destId="{2A52DBCF-C76C-4EF8-B0A5-9EF13B389736}" srcOrd="2" destOrd="0" parTransId="{EEA16EDB-8CE1-4477-9C85-72E3143FC462}" sibTransId="{82C63AD1-1435-47EC-89FE-6ECCD156D16F}"/>
    <dgm:cxn modelId="{0F3FF241-ADCF-4A85-B74E-07F93ACD9522}" srcId="{0FE49DFD-EFE6-423F-BEDB-AFB94254E323}" destId="{464025C4-90C7-49F6-AA3F-12F8389D2E53}" srcOrd="1" destOrd="0" parTransId="{830B1EC8-FACC-46DE-B982-8C3AD8A088D1}" sibTransId="{70CB8ABB-BE6F-4F05-AD5B-B80DE4D10D5C}"/>
    <dgm:cxn modelId="{EC659677-B2AC-407A-8A13-0B919ED12C1E}" type="presOf" srcId="{0FE49DFD-EFE6-423F-BEDB-AFB94254E323}" destId="{732FDD6F-9ED5-407C-8DCE-9D214D256933}" srcOrd="0" destOrd="0" presId="urn:microsoft.com/office/officeart/2005/8/layout/vList2"/>
    <dgm:cxn modelId="{120ED759-8DC2-4170-8610-C4A85EA81CD1}" type="presOf" srcId="{0F2FDF69-868C-448A-8DC1-6FFAB695A1D4}" destId="{90BF8F79-91CE-465B-AAE0-4FFA684F8E16}" srcOrd="0" destOrd="0" presId="urn:microsoft.com/office/officeart/2005/8/layout/vList2"/>
    <dgm:cxn modelId="{AB0BB784-0DB9-4358-837D-2CED9CB913A4}" srcId="{0FE49DFD-EFE6-423F-BEDB-AFB94254E323}" destId="{8899466B-6D9D-49B5-8F7E-BCE87A3231C0}" srcOrd="5" destOrd="0" parTransId="{0FEAFDAC-C26A-40BC-A167-1C1B740057EE}" sibTransId="{3D8FF786-2253-4C6C-B342-DFBE28401BFD}"/>
    <dgm:cxn modelId="{67333F95-9A48-4D00-AD44-AE1862B08B99}" type="presOf" srcId="{5DD3521E-CDAA-4E86-BA4B-B44F2BA7DA34}" destId="{8C59BAB6-5609-491E-B984-20C661CFA3B9}" srcOrd="0" destOrd="0" presId="urn:microsoft.com/office/officeart/2005/8/layout/vList2"/>
    <dgm:cxn modelId="{70E4F4D0-10AE-4D1C-A5CD-22A6DBD05A79}" type="presOf" srcId="{ABB36567-58FA-46A7-BD99-AAC00BD67082}" destId="{B8DEBE27-F7B0-4F76-B551-FE59C8DF1A48}" srcOrd="0" destOrd="0" presId="urn:microsoft.com/office/officeart/2005/8/layout/vList2"/>
    <dgm:cxn modelId="{9968A4E4-054C-4DF6-9E16-D402542DADD7}" srcId="{0FE49DFD-EFE6-423F-BEDB-AFB94254E323}" destId="{5DD3521E-CDAA-4E86-BA4B-B44F2BA7DA34}" srcOrd="4" destOrd="0" parTransId="{6B7BE52E-0D1C-4AF9-99F0-C72A95043BFC}" sibTransId="{1689CF25-FEB4-4443-A999-EF7E9DDD19F1}"/>
    <dgm:cxn modelId="{B18358B2-0C5E-40BF-83C3-8C6CB6E2D196}" type="presParOf" srcId="{732FDD6F-9ED5-407C-8DCE-9D214D256933}" destId="{90BF8F79-91CE-465B-AAE0-4FFA684F8E16}" srcOrd="0" destOrd="0" presId="urn:microsoft.com/office/officeart/2005/8/layout/vList2"/>
    <dgm:cxn modelId="{034B4D4A-621C-4D78-A963-2F05E411AF85}" type="presParOf" srcId="{732FDD6F-9ED5-407C-8DCE-9D214D256933}" destId="{04994775-3747-4F28-962A-BCB2DD48F883}" srcOrd="1" destOrd="0" presId="urn:microsoft.com/office/officeart/2005/8/layout/vList2"/>
    <dgm:cxn modelId="{FD913CD7-CC55-4AE7-8E4F-91DB2E0532E1}" type="presParOf" srcId="{732FDD6F-9ED5-407C-8DCE-9D214D256933}" destId="{C5D47D68-8846-4A88-93DE-0E33E83B57A9}" srcOrd="2" destOrd="0" presId="urn:microsoft.com/office/officeart/2005/8/layout/vList2"/>
    <dgm:cxn modelId="{99A48AAC-2EDF-4CE9-B4F6-3011B553A862}" type="presParOf" srcId="{732FDD6F-9ED5-407C-8DCE-9D214D256933}" destId="{F34D5671-B2F0-41BF-9C03-38BEA984E289}" srcOrd="3" destOrd="0" presId="urn:microsoft.com/office/officeart/2005/8/layout/vList2"/>
    <dgm:cxn modelId="{591DF3B7-80AF-49CA-B233-CE655D1E0C86}" type="presParOf" srcId="{732FDD6F-9ED5-407C-8DCE-9D214D256933}" destId="{011081B7-69DB-44CD-84CB-57C38D177B2A}" srcOrd="4" destOrd="0" presId="urn:microsoft.com/office/officeart/2005/8/layout/vList2"/>
    <dgm:cxn modelId="{089B5FEE-1688-405C-97F5-B6F0B172568E}" type="presParOf" srcId="{732FDD6F-9ED5-407C-8DCE-9D214D256933}" destId="{AB006548-0D35-4341-98C0-7E1AC003ACD4}" srcOrd="5" destOrd="0" presId="urn:microsoft.com/office/officeart/2005/8/layout/vList2"/>
    <dgm:cxn modelId="{060FFCB4-D8CE-4511-8217-05EA80B3641F}" type="presParOf" srcId="{732FDD6F-9ED5-407C-8DCE-9D214D256933}" destId="{B8DEBE27-F7B0-4F76-B551-FE59C8DF1A48}" srcOrd="6" destOrd="0" presId="urn:microsoft.com/office/officeart/2005/8/layout/vList2"/>
    <dgm:cxn modelId="{53F1DDD4-DAC8-4508-95CD-A41395B5EA9A}" type="presParOf" srcId="{732FDD6F-9ED5-407C-8DCE-9D214D256933}" destId="{59E5A1AB-A070-44AC-9B48-26204AD9585F}" srcOrd="7" destOrd="0" presId="urn:microsoft.com/office/officeart/2005/8/layout/vList2"/>
    <dgm:cxn modelId="{CC69D271-56D1-4A5E-9031-155C6984AAA5}" type="presParOf" srcId="{732FDD6F-9ED5-407C-8DCE-9D214D256933}" destId="{8C59BAB6-5609-491E-B984-20C661CFA3B9}" srcOrd="8" destOrd="0" presId="urn:microsoft.com/office/officeart/2005/8/layout/vList2"/>
    <dgm:cxn modelId="{DBFB1B77-1FC2-471A-AC4B-6DC7ACD4C68D}" type="presParOf" srcId="{732FDD6F-9ED5-407C-8DCE-9D214D256933}" destId="{FB89F6CA-DF05-40C4-B558-1B9D847B3DB9}" srcOrd="9" destOrd="0" presId="urn:microsoft.com/office/officeart/2005/8/layout/vList2"/>
    <dgm:cxn modelId="{573C07AF-A273-4537-AEE7-463A182480A2}" type="presParOf" srcId="{732FDD6F-9ED5-407C-8DCE-9D214D256933}" destId="{BF1C78F5-07B3-4F6B-A667-BF3B52CDC9B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4C217C-019D-4A6E-8F79-63B7D2C82181}">
      <dsp:nvSpPr>
        <dsp:cNvPr id="0" name=""/>
        <dsp:cNvSpPr/>
      </dsp:nvSpPr>
      <dsp:spPr>
        <a:xfrm>
          <a:off x="3080" y="272026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Egy teljes funkcionalitású webáruház létrehozása natív PHP-val (keretrendszer nélkül).</a:t>
          </a:r>
        </a:p>
      </dsp:txBody>
      <dsp:txXfrm>
        <a:off x="3080" y="1572263"/>
        <a:ext cx="2444055" cy="2053006"/>
      </dsp:txXfrm>
    </dsp:sp>
    <dsp:sp modelId="{0E6FAEA4-865C-4F5E-AB66-CBB5A467F076}">
      <dsp:nvSpPr>
        <dsp:cNvPr id="0" name=""/>
        <dsp:cNvSpPr/>
      </dsp:nvSpPr>
      <dsp:spPr>
        <a:xfrm>
          <a:off x="711856" y="614193"/>
          <a:ext cx="1026503" cy="102650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764521"/>
        <a:ext cx="725847" cy="725847"/>
      </dsp:txXfrm>
    </dsp:sp>
    <dsp:sp modelId="{A5500D0C-9340-4847-A33B-7C9671D1330D}">
      <dsp:nvSpPr>
        <dsp:cNvPr id="0" name=""/>
        <dsp:cNvSpPr/>
      </dsp:nvSpPr>
      <dsp:spPr>
        <a:xfrm>
          <a:off x="3080" y="3693631"/>
          <a:ext cx="2444055" cy="72"/>
        </a:xfrm>
        <a:prstGeom prst="rect">
          <a:avLst/>
        </a:prstGeom>
        <a:solidFill>
          <a:schemeClr val="accent5">
            <a:hueOff val="-1736021"/>
            <a:satOff val="-118"/>
            <a:lumOff val="280"/>
            <a:alphaOff val="0"/>
          </a:schemeClr>
        </a:solidFill>
        <a:ln w="19050" cap="flat" cmpd="sng" algn="ctr">
          <a:solidFill>
            <a:schemeClr val="accent5">
              <a:hueOff val="-1736021"/>
              <a:satOff val="-118"/>
              <a:lumOff val="2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6D754-EB87-4EE6-A613-77B7400E04CC}">
      <dsp:nvSpPr>
        <dsp:cNvPr id="0" name=""/>
        <dsp:cNvSpPr/>
      </dsp:nvSpPr>
      <dsp:spPr>
        <a:xfrm>
          <a:off x="2691541" y="272026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-3981555"/>
            <a:satOff val="889"/>
            <a:lumOff val="13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3981555"/>
              <a:satOff val="889"/>
              <a:lumOff val="1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Cél: gyakorlati tapasztalat szerzése a backend fejlesztésben, adatbázis-tervezésben, és fizetési átjáró (PayPal) integrálásában.</a:t>
          </a:r>
        </a:p>
      </dsp:txBody>
      <dsp:txXfrm>
        <a:off x="2691541" y="1572263"/>
        <a:ext cx="2444055" cy="2053006"/>
      </dsp:txXfrm>
    </dsp:sp>
    <dsp:sp modelId="{16ABEFB3-8904-492A-8D4E-787BA70DCE8D}">
      <dsp:nvSpPr>
        <dsp:cNvPr id="0" name=""/>
        <dsp:cNvSpPr/>
      </dsp:nvSpPr>
      <dsp:spPr>
        <a:xfrm>
          <a:off x="3400317" y="614193"/>
          <a:ext cx="1026503" cy="1026503"/>
        </a:xfrm>
        <a:prstGeom prst="ellipse">
          <a:avLst/>
        </a:prstGeom>
        <a:solidFill>
          <a:schemeClr val="accent5">
            <a:hueOff val="-3472043"/>
            <a:satOff val="-236"/>
            <a:lumOff val="560"/>
            <a:alphaOff val="0"/>
          </a:schemeClr>
        </a:solidFill>
        <a:ln w="19050" cap="flat" cmpd="sng" algn="ctr">
          <a:solidFill>
            <a:schemeClr val="accent5">
              <a:hueOff val="-3472043"/>
              <a:satOff val="-236"/>
              <a:lumOff val="5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764521"/>
        <a:ext cx="725847" cy="725847"/>
      </dsp:txXfrm>
    </dsp:sp>
    <dsp:sp modelId="{98F46B6C-8D05-4F84-95CC-B14CD2447AFF}">
      <dsp:nvSpPr>
        <dsp:cNvPr id="0" name=""/>
        <dsp:cNvSpPr/>
      </dsp:nvSpPr>
      <dsp:spPr>
        <a:xfrm>
          <a:off x="2691541" y="3693631"/>
          <a:ext cx="2444055" cy="72"/>
        </a:xfrm>
        <a:prstGeom prst="rect">
          <a:avLst/>
        </a:prstGeom>
        <a:solidFill>
          <a:schemeClr val="accent5">
            <a:hueOff val="-5208064"/>
            <a:satOff val="-354"/>
            <a:lumOff val="840"/>
            <a:alphaOff val="0"/>
          </a:schemeClr>
        </a:solidFill>
        <a:ln w="19050" cap="flat" cmpd="sng" algn="ctr">
          <a:solidFill>
            <a:schemeClr val="accent5">
              <a:hueOff val="-5208064"/>
              <a:satOff val="-354"/>
              <a:lumOff val="8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8809C0-C084-427B-96E2-6725631E336D}">
      <dsp:nvSpPr>
        <dsp:cNvPr id="0" name=""/>
        <dsp:cNvSpPr/>
      </dsp:nvSpPr>
      <dsp:spPr>
        <a:xfrm>
          <a:off x="5380002" y="272026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-7963110"/>
            <a:satOff val="1778"/>
            <a:lumOff val="26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7963110"/>
              <a:satOff val="1778"/>
              <a:lumOff val="2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Valós felhasználói élmény biztosítása: regisztráció, termékböngészés, kosárkezelés, kommentelés.</a:t>
          </a:r>
        </a:p>
      </dsp:txBody>
      <dsp:txXfrm>
        <a:off x="5380002" y="1572263"/>
        <a:ext cx="2444055" cy="2053006"/>
      </dsp:txXfrm>
    </dsp:sp>
    <dsp:sp modelId="{CCD7C7F7-55E6-4565-8D7E-C1B22C23D0BC}">
      <dsp:nvSpPr>
        <dsp:cNvPr id="0" name=""/>
        <dsp:cNvSpPr/>
      </dsp:nvSpPr>
      <dsp:spPr>
        <a:xfrm>
          <a:off x="6088778" y="614193"/>
          <a:ext cx="1026503" cy="1026503"/>
        </a:xfrm>
        <a:prstGeom prst="ellipse">
          <a:avLst/>
        </a:prstGeom>
        <a:solidFill>
          <a:schemeClr val="accent5">
            <a:hueOff val="-6944086"/>
            <a:satOff val="-472"/>
            <a:lumOff val="1121"/>
            <a:alphaOff val="0"/>
          </a:schemeClr>
        </a:solidFill>
        <a:ln w="19050" cap="flat" cmpd="sng" algn="ctr">
          <a:solidFill>
            <a:schemeClr val="accent5">
              <a:hueOff val="-6944086"/>
              <a:satOff val="-472"/>
              <a:lumOff val="11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764521"/>
        <a:ext cx="725847" cy="725847"/>
      </dsp:txXfrm>
    </dsp:sp>
    <dsp:sp modelId="{3698F44C-D13F-4424-9273-61E485944C52}">
      <dsp:nvSpPr>
        <dsp:cNvPr id="0" name=""/>
        <dsp:cNvSpPr/>
      </dsp:nvSpPr>
      <dsp:spPr>
        <a:xfrm>
          <a:off x="5380002" y="3693631"/>
          <a:ext cx="2444055" cy="72"/>
        </a:xfrm>
        <a:prstGeom prst="rect">
          <a:avLst/>
        </a:prstGeom>
        <a:solidFill>
          <a:schemeClr val="accent5">
            <a:hueOff val="-8680107"/>
            <a:satOff val="-590"/>
            <a:lumOff val="1401"/>
            <a:alphaOff val="0"/>
          </a:schemeClr>
        </a:solidFill>
        <a:ln w="19050" cap="flat" cmpd="sng" algn="ctr">
          <a:solidFill>
            <a:schemeClr val="accent5">
              <a:hueOff val="-8680107"/>
              <a:satOff val="-590"/>
              <a:lumOff val="1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B48E4-477B-4F03-8CC0-05AB381A6D3A}">
      <dsp:nvSpPr>
        <dsp:cNvPr id="0" name=""/>
        <dsp:cNvSpPr/>
      </dsp:nvSpPr>
      <dsp:spPr>
        <a:xfrm>
          <a:off x="8068463" y="272026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Adminisztrációs háttérrendszer kialakítása a teljes körű tartalomkezeléshez.</a:t>
          </a:r>
        </a:p>
      </dsp:txBody>
      <dsp:txXfrm>
        <a:off x="8068463" y="1572263"/>
        <a:ext cx="2444055" cy="2053006"/>
      </dsp:txXfrm>
    </dsp:sp>
    <dsp:sp modelId="{657016E6-3F33-4A77-A1FF-2DD88436916A}">
      <dsp:nvSpPr>
        <dsp:cNvPr id="0" name=""/>
        <dsp:cNvSpPr/>
      </dsp:nvSpPr>
      <dsp:spPr>
        <a:xfrm>
          <a:off x="8777239" y="614193"/>
          <a:ext cx="1026503" cy="1026503"/>
        </a:xfrm>
        <a:prstGeom prst="ellipse">
          <a:avLst/>
        </a:prstGeom>
        <a:solidFill>
          <a:schemeClr val="accent5">
            <a:hueOff val="-10416129"/>
            <a:satOff val="-708"/>
            <a:lumOff val="1681"/>
            <a:alphaOff val="0"/>
          </a:schemeClr>
        </a:solidFill>
        <a:ln w="19050" cap="flat" cmpd="sng" algn="ctr">
          <a:solidFill>
            <a:schemeClr val="accent5">
              <a:hueOff val="-10416129"/>
              <a:satOff val="-708"/>
              <a:lumOff val="16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764521"/>
        <a:ext cx="725847" cy="725847"/>
      </dsp:txXfrm>
    </dsp:sp>
    <dsp:sp modelId="{B2850D30-1C88-488F-B0F3-29B0895EEA85}">
      <dsp:nvSpPr>
        <dsp:cNvPr id="0" name=""/>
        <dsp:cNvSpPr/>
      </dsp:nvSpPr>
      <dsp:spPr>
        <a:xfrm>
          <a:off x="8068463" y="3693631"/>
          <a:ext cx="2444055" cy="72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F453AD-CA03-4348-84BE-91523B1AFD9C}">
      <dsp:nvSpPr>
        <dsp:cNvPr id="0" name=""/>
        <dsp:cNvSpPr/>
      </dsp:nvSpPr>
      <dsp:spPr>
        <a:xfrm>
          <a:off x="3364992" y="1912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Kliens (Böngésző) → Webszerver (Apache) → PHP alkalmazás → Adatbázis (MySQL)</a:t>
          </a:r>
        </a:p>
      </dsp:txBody>
      <dsp:txXfrm>
        <a:off x="3405805" y="42725"/>
        <a:ext cx="3703990" cy="754434"/>
      </dsp:txXfrm>
    </dsp:sp>
    <dsp:sp modelId="{F2B41F75-3272-4F2C-AA49-33A305C0915B}">
      <dsp:nvSpPr>
        <dsp:cNvPr id="0" name=""/>
        <dsp:cNvSpPr/>
      </dsp:nvSpPr>
      <dsp:spPr>
        <a:xfrm>
          <a:off x="3364992" y="879775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kliens HTTP kéréseket küld a szervernek.</a:t>
          </a:r>
        </a:p>
      </dsp:txBody>
      <dsp:txXfrm>
        <a:off x="3405805" y="920588"/>
        <a:ext cx="3703990" cy="754434"/>
      </dsp:txXfrm>
    </dsp:sp>
    <dsp:sp modelId="{B43AACD9-9F30-48B9-9FB7-4F0865E12887}">
      <dsp:nvSpPr>
        <dsp:cNvPr id="0" name=""/>
        <dsp:cNvSpPr/>
      </dsp:nvSpPr>
      <dsp:spPr>
        <a:xfrm>
          <a:off x="3364992" y="1757638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PHP feldolgozza a kérést, szükség esetén adatbázisból olvas/ír.</a:t>
          </a:r>
        </a:p>
      </dsp:txBody>
      <dsp:txXfrm>
        <a:off x="3405805" y="1798451"/>
        <a:ext cx="3703990" cy="754434"/>
      </dsp:txXfrm>
    </dsp:sp>
    <dsp:sp modelId="{0230C659-4BA4-4FA5-9A84-CC0946449E3A}">
      <dsp:nvSpPr>
        <dsp:cNvPr id="0" name=""/>
        <dsp:cNvSpPr/>
      </dsp:nvSpPr>
      <dsp:spPr>
        <a:xfrm>
          <a:off x="3364992" y="2635502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válasz (általában HTML) visszaküldésre kerül a böngészőnek.</a:t>
          </a:r>
        </a:p>
      </dsp:txBody>
      <dsp:txXfrm>
        <a:off x="3405805" y="2676315"/>
        <a:ext cx="3703990" cy="754434"/>
      </dsp:txXfrm>
    </dsp:sp>
    <dsp:sp modelId="{266489D5-2BF7-4913-8B11-E04493C8936F}">
      <dsp:nvSpPr>
        <dsp:cNvPr id="0" name=""/>
        <dsp:cNvSpPr/>
      </dsp:nvSpPr>
      <dsp:spPr>
        <a:xfrm>
          <a:off x="3364992" y="3513365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AJAX esetén a kommunikáció aszinkron, JSON adatokkal.</a:t>
          </a:r>
        </a:p>
      </dsp:txBody>
      <dsp:txXfrm>
        <a:off x="3405805" y="3554178"/>
        <a:ext cx="3703990" cy="7544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3CE1E-ABC4-4F1E-8BFD-47068B08DBE2}">
      <dsp:nvSpPr>
        <dsp:cNvPr id="0" name=""/>
        <dsp:cNvSpPr/>
      </dsp:nvSpPr>
      <dsp:spPr>
        <a:xfrm>
          <a:off x="0" y="462200"/>
          <a:ext cx="6666833" cy="1074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XAMPP – Apache, MySQL, PHP egy csomagban.</a:t>
          </a:r>
        </a:p>
      </dsp:txBody>
      <dsp:txXfrm>
        <a:off x="52431" y="514631"/>
        <a:ext cx="6561971" cy="969198"/>
      </dsp:txXfrm>
    </dsp:sp>
    <dsp:sp modelId="{FBF618EE-E916-4ED5-927E-DFD18CF76AEB}">
      <dsp:nvSpPr>
        <dsp:cNvPr id="0" name=""/>
        <dsp:cNvSpPr/>
      </dsp:nvSpPr>
      <dsp:spPr>
        <a:xfrm>
          <a:off x="0" y="1614020"/>
          <a:ext cx="6666833" cy="107406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phpMyAdmin – Adatbázis vizuális kezelése.</a:t>
          </a:r>
        </a:p>
      </dsp:txBody>
      <dsp:txXfrm>
        <a:off x="52431" y="1666451"/>
        <a:ext cx="6561971" cy="969198"/>
      </dsp:txXfrm>
    </dsp:sp>
    <dsp:sp modelId="{DF1B273F-EEF8-4B9C-ABF7-9E6D59D53ECB}">
      <dsp:nvSpPr>
        <dsp:cNvPr id="0" name=""/>
        <dsp:cNvSpPr/>
      </dsp:nvSpPr>
      <dsp:spPr>
        <a:xfrm>
          <a:off x="0" y="2765839"/>
          <a:ext cx="6666833" cy="107406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VS Code – Kódszerkesztő, bővítményekkel (PHP Intelephense, Live Server).</a:t>
          </a:r>
        </a:p>
      </dsp:txBody>
      <dsp:txXfrm>
        <a:off x="52431" y="2818270"/>
        <a:ext cx="6561971" cy="969198"/>
      </dsp:txXfrm>
    </dsp:sp>
    <dsp:sp modelId="{1DDB3F10-36A0-4ECC-AA1E-76B1474723DC}">
      <dsp:nvSpPr>
        <dsp:cNvPr id="0" name=""/>
        <dsp:cNvSpPr/>
      </dsp:nvSpPr>
      <dsp:spPr>
        <a:xfrm>
          <a:off x="0" y="3917660"/>
          <a:ext cx="6666833" cy="10740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Böngészők – Chrome, Firefox fejlesztői eszközök (debug, hálózat, konzol).</a:t>
          </a:r>
        </a:p>
      </dsp:txBody>
      <dsp:txXfrm>
        <a:off x="52431" y="3970091"/>
        <a:ext cx="6561971" cy="9691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C347B9-0966-43B0-B756-FE3A6EA4005B}">
      <dsp:nvSpPr>
        <dsp:cNvPr id="0" name=""/>
        <dsp:cNvSpPr/>
      </dsp:nvSpPr>
      <dsp:spPr>
        <a:xfrm>
          <a:off x="0" y="72008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users (1) ── (N) cart</a:t>
          </a:r>
        </a:p>
      </dsp:txBody>
      <dsp:txXfrm>
        <a:off x="31185" y="103193"/>
        <a:ext cx="10453230" cy="576450"/>
      </dsp:txXfrm>
    </dsp:sp>
    <dsp:sp modelId="{C3874133-25AF-4128-9A1D-3C08F16701D5}">
      <dsp:nvSpPr>
        <dsp:cNvPr id="0" name=""/>
        <dsp:cNvSpPr/>
      </dsp:nvSpPr>
      <dsp:spPr>
        <a:xfrm>
          <a:off x="0" y="7857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users (1) ── (N) orders</a:t>
          </a:r>
        </a:p>
      </dsp:txBody>
      <dsp:txXfrm>
        <a:off x="31185" y="816894"/>
        <a:ext cx="10453230" cy="576450"/>
      </dsp:txXfrm>
    </dsp:sp>
    <dsp:sp modelId="{D8A8418B-C922-4E88-BA9E-E28E0462165E}">
      <dsp:nvSpPr>
        <dsp:cNvPr id="0" name=""/>
        <dsp:cNvSpPr/>
      </dsp:nvSpPr>
      <dsp:spPr>
        <a:xfrm>
          <a:off x="0" y="14994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shoes (1) ── (N) cart</a:t>
          </a:r>
        </a:p>
      </dsp:txBody>
      <dsp:txXfrm>
        <a:off x="31185" y="1530594"/>
        <a:ext cx="10453230" cy="576450"/>
      </dsp:txXfrm>
    </dsp:sp>
    <dsp:sp modelId="{AADBBEBA-51EA-4454-800C-95248626C96C}">
      <dsp:nvSpPr>
        <dsp:cNvPr id="0" name=""/>
        <dsp:cNvSpPr/>
      </dsp:nvSpPr>
      <dsp:spPr>
        <a:xfrm>
          <a:off x="0" y="22131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shoes (1) ── (N) order_items</a:t>
          </a:r>
        </a:p>
      </dsp:txBody>
      <dsp:txXfrm>
        <a:off x="31185" y="2244294"/>
        <a:ext cx="10453230" cy="576450"/>
      </dsp:txXfrm>
    </dsp:sp>
    <dsp:sp modelId="{E80F868E-D5D9-4361-8DEB-D46ED10D5FE3}">
      <dsp:nvSpPr>
        <dsp:cNvPr id="0" name=""/>
        <dsp:cNvSpPr/>
      </dsp:nvSpPr>
      <dsp:spPr>
        <a:xfrm>
          <a:off x="0" y="29268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shoes (1) ── (N) comments</a:t>
          </a:r>
        </a:p>
      </dsp:txBody>
      <dsp:txXfrm>
        <a:off x="31185" y="2957994"/>
        <a:ext cx="10453230" cy="576450"/>
      </dsp:txXfrm>
    </dsp:sp>
    <dsp:sp modelId="{067A929F-1F4C-46BB-9834-968E5F4CCD93}">
      <dsp:nvSpPr>
        <dsp:cNvPr id="0" name=""/>
        <dsp:cNvSpPr/>
      </dsp:nvSpPr>
      <dsp:spPr>
        <a:xfrm>
          <a:off x="0" y="36405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orders (1) ── (N) order_items</a:t>
          </a:r>
        </a:p>
      </dsp:txBody>
      <dsp:txXfrm>
        <a:off x="31185" y="3671694"/>
        <a:ext cx="10453230" cy="5764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D7D75-26D3-4506-82D7-9ECBA1558C48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4E207-C77C-4137-8138-22953510F70E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users – id, username, email, password, is_admin, created_at</a:t>
          </a:r>
        </a:p>
      </dsp:txBody>
      <dsp:txXfrm>
        <a:off x="378614" y="886531"/>
        <a:ext cx="2810360" cy="1744948"/>
      </dsp:txXfrm>
    </dsp:sp>
    <dsp:sp modelId="{6C784F5F-2DC8-434C-8031-6631CA3D5C59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7DAE83-3C4F-43AB-8859-1AECFD2ED953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shoes – id, name, description, price, image_url, image2, image3, created_at</a:t>
          </a:r>
        </a:p>
      </dsp:txBody>
      <dsp:txXfrm>
        <a:off x="3946203" y="886531"/>
        <a:ext cx="2810360" cy="1744948"/>
      </dsp:txXfrm>
    </dsp:sp>
    <dsp:sp modelId="{15798CA0-01EC-49D5-98FB-A8C58208C612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B288E-6700-43B3-BD19-41456E7965CE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 jelszó hash-elve tárolódik.</a:t>
          </a:r>
        </a:p>
      </dsp:txBody>
      <dsp:txXfrm>
        <a:off x="7513791" y="886531"/>
        <a:ext cx="2810360" cy="17449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3923C-C362-45D8-8C8F-034F5DD61EEE}">
      <dsp:nvSpPr>
        <dsp:cNvPr id="0" name=""/>
        <dsp:cNvSpPr/>
      </dsp:nvSpPr>
      <dsp:spPr>
        <a:xfrm>
          <a:off x="0" y="71356"/>
          <a:ext cx="10515600" cy="9981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Funkciók:</a:t>
          </a:r>
        </a:p>
      </dsp:txBody>
      <dsp:txXfrm>
        <a:off x="48726" y="120082"/>
        <a:ext cx="10418148" cy="900704"/>
      </dsp:txXfrm>
    </dsp:sp>
    <dsp:sp modelId="{CAACB9AA-03AE-4566-90EA-E57F645197B5}">
      <dsp:nvSpPr>
        <dsp:cNvPr id="0" name=""/>
        <dsp:cNvSpPr/>
      </dsp:nvSpPr>
      <dsp:spPr>
        <a:xfrm>
          <a:off x="0" y="1141512"/>
          <a:ext cx="10515600" cy="9981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Legutóbbi termékek megjelenítése, 12-esével oldalszámozva.</a:t>
          </a:r>
        </a:p>
      </dsp:txBody>
      <dsp:txXfrm>
        <a:off x="48726" y="1190238"/>
        <a:ext cx="10418148" cy="900704"/>
      </dsp:txXfrm>
    </dsp:sp>
    <dsp:sp modelId="{B3DD2B30-0934-4D99-92C5-2073E7B3CE1E}">
      <dsp:nvSpPr>
        <dsp:cNvPr id="0" name=""/>
        <dsp:cNvSpPr/>
      </dsp:nvSpPr>
      <dsp:spPr>
        <a:xfrm>
          <a:off x="0" y="2211669"/>
          <a:ext cx="10515600" cy="9981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Minden termékkártyán: kép, név, rövid leírás, ár.</a:t>
          </a:r>
        </a:p>
      </dsp:txBody>
      <dsp:txXfrm>
        <a:off x="48726" y="2260395"/>
        <a:ext cx="10418148" cy="900704"/>
      </dsp:txXfrm>
    </dsp:sp>
    <dsp:sp modelId="{8A764460-BDC8-4829-9B48-06E7A53C4528}">
      <dsp:nvSpPr>
        <dsp:cNvPr id="0" name=""/>
        <dsp:cNvSpPr/>
      </dsp:nvSpPr>
      <dsp:spPr>
        <a:xfrm>
          <a:off x="0" y="3281825"/>
          <a:ext cx="10515600" cy="9981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Gombok: "Részletek" (info ikon) és "Kosárba" (vagy bejelentkezésre ösztönző, ha nincs belépve).</a:t>
          </a:r>
        </a:p>
      </dsp:txBody>
      <dsp:txXfrm>
        <a:off x="48726" y="3330551"/>
        <a:ext cx="10418148" cy="9007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AF0C45-4E9E-407B-84F1-1270D1C49A57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Élő keresés: A fejlécben gépelve legördülő lista jelenik meg a találatokkal.</a:t>
          </a:r>
        </a:p>
      </dsp:txBody>
      <dsp:txXfrm>
        <a:off x="0" y="1653508"/>
        <a:ext cx="3286125" cy="2610802"/>
      </dsp:txXfrm>
    </dsp:sp>
    <dsp:sp modelId="{61C93480-5256-47E2-8302-D927FBC4F289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68FB27FC-5A26-410D-A40A-0A2A4AF66316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7CED03-F581-4E37-8F12-01B75B98B94F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Keresőoldal (search.php): Ha Entert nyomunk, egy külön oldalon megjelennek a találatok, oldalszámozással.</a:t>
          </a:r>
        </a:p>
      </dsp:txBody>
      <dsp:txXfrm>
        <a:off x="3614737" y="1653508"/>
        <a:ext cx="3286125" cy="2610802"/>
      </dsp:txXfrm>
    </dsp:sp>
    <dsp:sp modelId="{CAD680FE-565A-44BF-B398-95FF0406812F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9012B542-C21E-4713-AE72-E0BA24321569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948C96-378F-47E8-9809-3173264F525E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Magyarázat: Az élő keresés AJAX-szal működik (filter_products.php), gyors és felhasználóbarát.</a:t>
          </a:r>
        </a:p>
      </dsp:txBody>
      <dsp:txXfrm>
        <a:off x="7229475" y="1653508"/>
        <a:ext cx="3286125" cy="2610802"/>
      </dsp:txXfrm>
    </dsp:sp>
    <dsp:sp modelId="{A52A5205-A261-4EC8-B77F-344BB97E9B64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C5C23FC9-A200-475E-933C-4838E718350D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B52FF-61BA-46DC-80CA-D179B1099B6C}">
      <dsp:nvSpPr>
        <dsp:cNvPr id="0" name=""/>
        <dsp:cNvSpPr/>
      </dsp:nvSpPr>
      <dsp:spPr>
        <a:xfrm>
          <a:off x="3364992" y="2177"/>
          <a:ext cx="3785616" cy="104746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Bejelentkezett felhasználók kommentet írhatnak (űrlap).</a:t>
          </a:r>
        </a:p>
      </dsp:txBody>
      <dsp:txXfrm>
        <a:off x="3416125" y="53310"/>
        <a:ext cx="3683350" cy="945199"/>
      </dsp:txXfrm>
    </dsp:sp>
    <dsp:sp modelId="{B2DCEB5D-A40A-412B-9FB8-CE271D8EBF15}">
      <dsp:nvSpPr>
        <dsp:cNvPr id="0" name=""/>
        <dsp:cNvSpPr/>
      </dsp:nvSpPr>
      <dsp:spPr>
        <a:xfrm>
          <a:off x="3364992" y="1102016"/>
          <a:ext cx="3785616" cy="104746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Kijelentkezett felhasználók csak olvashatják a kommenteket, és egy üzenet hívja fel figyelmüket a bejelentkezésre.</a:t>
          </a:r>
        </a:p>
      </dsp:txBody>
      <dsp:txXfrm>
        <a:off x="3416125" y="1153149"/>
        <a:ext cx="3683350" cy="945199"/>
      </dsp:txXfrm>
    </dsp:sp>
    <dsp:sp modelId="{56613803-EE57-4DDC-BE42-C0328D925D9B}">
      <dsp:nvSpPr>
        <dsp:cNvPr id="0" name=""/>
        <dsp:cNvSpPr/>
      </dsp:nvSpPr>
      <dsp:spPr>
        <a:xfrm>
          <a:off x="3364992" y="2201855"/>
          <a:ext cx="3785616" cy="104746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kommentek időrendben (újabbak felül) jelennek meg, a szerző nevével és dátumával.</a:t>
          </a:r>
        </a:p>
      </dsp:txBody>
      <dsp:txXfrm>
        <a:off x="3416125" y="2252988"/>
        <a:ext cx="3683350" cy="945199"/>
      </dsp:txXfrm>
    </dsp:sp>
    <dsp:sp modelId="{1748F5BC-4E0C-401D-B066-EAF0C38AF7B3}">
      <dsp:nvSpPr>
        <dsp:cNvPr id="0" name=""/>
        <dsp:cNvSpPr/>
      </dsp:nvSpPr>
      <dsp:spPr>
        <a:xfrm>
          <a:off x="3364992" y="3301694"/>
          <a:ext cx="3785616" cy="104746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Adatbázisban a comments tábla tárolja őket.</a:t>
          </a:r>
        </a:p>
      </dsp:txBody>
      <dsp:txXfrm>
        <a:off x="3416125" y="3352827"/>
        <a:ext cx="3683350" cy="94519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959A4B-0592-4A54-877A-26C6A1CCA4C2}">
      <dsp:nvSpPr>
        <dsp:cNvPr id="0" name=""/>
        <dsp:cNvSpPr/>
      </dsp:nvSpPr>
      <dsp:spPr>
        <a:xfrm>
          <a:off x="3425469" y="828215"/>
          <a:ext cx="6371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717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27361" y="870597"/>
        <a:ext cx="33388" cy="6677"/>
      </dsp:txXfrm>
    </dsp:sp>
    <dsp:sp modelId="{6703997F-456F-4CDE-B683-A12E6F93B404}">
      <dsp:nvSpPr>
        <dsp:cNvPr id="0" name=""/>
        <dsp:cNvSpPr/>
      </dsp:nvSpPr>
      <dsp:spPr>
        <a:xfrm>
          <a:off x="523905" y="2926"/>
          <a:ext cx="2903363" cy="17420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67" tIns="149335" rIns="142267" bIns="14933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felhasználó kiválasztja a méretet a termékoldalon.</a:t>
          </a:r>
        </a:p>
      </dsp:txBody>
      <dsp:txXfrm>
        <a:off x="523905" y="2926"/>
        <a:ext cx="2903363" cy="1742018"/>
      </dsp:txXfrm>
    </dsp:sp>
    <dsp:sp modelId="{A60EE06E-62E0-4337-B492-6C62C77D9C8A}">
      <dsp:nvSpPr>
        <dsp:cNvPr id="0" name=""/>
        <dsp:cNvSpPr/>
      </dsp:nvSpPr>
      <dsp:spPr>
        <a:xfrm>
          <a:off x="6996606" y="828215"/>
          <a:ext cx="6371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717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98499" y="870597"/>
        <a:ext cx="33388" cy="6677"/>
      </dsp:txXfrm>
    </dsp:sp>
    <dsp:sp modelId="{D18A2D44-8A6E-47ED-932F-247194A990C8}">
      <dsp:nvSpPr>
        <dsp:cNvPr id="0" name=""/>
        <dsp:cNvSpPr/>
      </dsp:nvSpPr>
      <dsp:spPr>
        <a:xfrm>
          <a:off x="4095043" y="2926"/>
          <a:ext cx="2903363" cy="17420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67" tIns="149335" rIns="142267" bIns="14933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Kattint a "Kosárba" gombra.</a:t>
          </a:r>
        </a:p>
      </dsp:txBody>
      <dsp:txXfrm>
        <a:off x="4095043" y="2926"/>
        <a:ext cx="2903363" cy="1742018"/>
      </dsp:txXfrm>
    </dsp:sp>
    <dsp:sp modelId="{93746D6F-F375-4F68-8365-223F927F3EA6}">
      <dsp:nvSpPr>
        <dsp:cNvPr id="0" name=""/>
        <dsp:cNvSpPr/>
      </dsp:nvSpPr>
      <dsp:spPr>
        <a:xfrm>
          <a:off x="1975587" y="1743145"/>
          <a:ext cx="7142275" cy="637173"/>
        </a:xfrm>
        <a:custGeom>
          <a:avLst/>
          <a:gdLst/>
          <a:ahLst/>
          <a:cxnLst/>
          <a:rect l="0" t="0" r="0" b="0"/>
          <a:pathLst>
            <a:path>
              <a:moveTo>
                <a:pt x="7142275" y="0"/>
              </a:moveTo>
              <a:lnTo>
                <a:pt x="7142275" y="335686"/>
              </a:lnTo>
              <a:lnTo>
                <a:pt x="0" y="335686"/>
              </a:lnTo>
              <a:lnTo>
                <a:pt x="0" y="63717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67389" y="2058393"/>
        <a:ext cx="358671" cy="6677"/>
      </dsp:txXfrm>
    </dsp:sp>
    <dsp:sp modelId="{2DBFE01F-B944-419B-9E1A-474A0AEB9DE0}">
      <dsp:nvSpPr>
        <dsp:cNvPr id="0" name=""/>
        <dsp:cNvSpPr/>
      </dsp:nvSpPr>
      <dsp:spPr>
        <a:xfrm>
          <a:off x="7666180" y="2926"/>
          <a:ext cx="2903363" cy="17420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67" tIns="149335" rIns="142267" bIns="14933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Az add_to_cart.php ellenőrzi a bejelentkezést és a termék létezését.</a:t>
          </a:r>
        </a:p>
      </dsp:txBody>
      <dsp:txXfrm>
        <a:off x="7666180" y="2926"/>
        <a:ext cx="2903363" cy="1742018"/>
      </dsp:txXfrm>
    </dsp:sp>
    <dsp:sp modelId="{675D1326-F803-45E5-B773-10BF9F0F9A39}">
      <dsp:nvSpPr>
        <dsp:cNvPr id="0" name=""/>
        <dsp:cNvSpPr/>
      </dsp:nvSpPr>
      <dsp:spPr>
        <a:xfrm>
          <a:off x="3425469" y="3238008"/>
          <a:ext cx="6371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717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27361" y="3280389"/>
        <a:ext cx="33388" cy="6677"/>
      </dsp:txXfrm>
    </dsp:sp>
    <dsp:sp modelId="{24BC41F1-54D6-4F88-81F8-C0CAD693AC31}">
      <dsp:nvSpPr>
        <dsp:cNvPr id="0" name=""/>
        <dsp:cNvSpPr/>
      </dsp:nvSpPr>
      <dsp:spPr>
        <a:xfrm>
          <a:off x="523905" y="2412718"/>
          <a:ext cx="2903363" cy="17420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67" tIns="149335" rIns="142267" bIns="14933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Ha már van ilyen termék-méret kombináció a kosárban, növeli a mennyiséget; egyébként új rekordot szúr be.</a:t>
          </a:r>
        </a:p>
      </dsp:txBody>
      <dsp:txXfrm>
        <a:off x="523905" y="2412718"/>
        <a:ext cx="2903363" cy="1742018"/>
      </dsp:txXfrm>
    </dsp:sp>
    <dsp:sp modelId="{0A3414D1-21E8-4DDE-909D-9EDEA6E9286A}">
      <dsp:nvSpPr>
        <dsp:cNvPr id="0" name=""/>
        <dsp:cNvSpPr/>
      </dsp:nvSpPr>
      <dsp:spPr>
        <a:xfrm>
          <a:off x="4095043" y="2412718"/>
          <a:ext cx="2903363" cy="17420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67" tIns="149335" rIns="142267" bIns="14933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Visszairányítás az előző oldalra.</a:t>
          </a:r>
        </a:p>
      </dsp:txBody>
      <dsp:txXfrm>
        <a:off x="4095043" y="2412718"/>
        <a:ext cx="2903363" cy="174201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6E08CF-1847-4C70-8BE9-035E701A7EBB}">
      <dsp:nvSpPr>
        <dsp:cNvPr id="0" name=""/>
        <dsp:cNvSpPr/>
      </dsp:nvSpPr>
      <dsp:spPr>
        <a:xfrm>
          <a:off x="0" y="967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Tételek listája képpel, névvel, mérettel, egységárral.</a:t>
          </a:r>
        </a:p>
      </dsp:txBody>
      <dsp:txXfrm>
        <a:off x="48547" y="145256"/>
        <a:ext cx="6569739" cy="897406"/>
      </dsp:txXfrm>
    </dsp:sp>
    <dsp:sp modelId="{38D6262C-6CE2-44B6-9B36-D4811DA0E43B}">
      <dsp:nvSpPr>
        <dsp:cNvPr id="0" name=""/>
        <dsp:cNvSpPr/>
      </dsp:nvSpPr>
      <dsp:spPr>
        <a:xfrm>
          <a:off x="0" y="11632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Mennyiség módosítása (AJAX – oldal újratöltés nélkül).</a:t>
          </a:r>
        </a:p>
      </dsp:txBody>
      <dsp:txXfrm>
        <a:off x="48547" y="1211756"/>
        <a:ext cx="6569739" cy="897406"/>
      </dsp:txXfrm>
    </dsp:sp>
    <dsp:sp modelId="{92E429FB-2E66-4F35-BD81-59A1C63F71BD}">
      <dsp:nvSpPr>
        <dsp:cNvPr id="0" name=""/>
        <dsp:cNvSpPr/>
      </dsp:nvSpPr>
      <dsp:spPr>
        <a:xfrm>
          <a:off x="0" y="2229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Tétel törlése (kuka ikon).</a:t>
          </a:r>
        </a:p>
      </dsp:txBody>
      <dsp:txXfrm>
        <a:off x="48547" y="2278257"/>
        <a:ext cx="6569739" cy="897406"/>
      </dsp:txXfrm>
    </dsp:sp>
    <dsp:sp modelId="{F8224D95-3D05-4B03-B263-42C79B44E4F9}">
      <dsp:nvSpPr>
        <dsp:cNvPr id="0" name=""/>
        <dsp:cNvSpPr/>
      </dsp:nvSpPr>
      <dsp:spPr>
        <a:xfrm>
          <a:off x="0" y="32962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Végösszeg automatikus frissítése.</a:t>
          </a:r>
        </a:p>
      </dsp:txBody>
      <dsp:txXfrm>
        <a:off x="48547" y="3344757"/>
        <a:ext cx="6569739" cy="897406"/>
      </dsp:txXfrm>
    </dsp:sp>
    <dsp:sp modelId="{C3EA054F-A7DD-46FF-8528-9D6C9B23FF41}">
      <dsp:nvSpPr>
        <dsp:cNvPr id="0" name=""/>
        <dsp:cNvSpPr/>
      </dsp:nvSpPr>
      <dsp:spPr>
        <a:xfrm>
          <a:off x="0" y="4362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Ha üres a kosár, egy üzenet és link a főoldalra.</a:t>
          </a:r>
        </a:p>
      </dsp:txBody>
      <dsp:txXfrm>
        <a:off x="48547" y="4411257"/>
        <a:ext cx="6569739" cy="89740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3E2E14-D52B-4BE9-B2A1-188F4907142E}">
      <dsp:nvSpPr>
        <dsp:cNvPr id="0" name=""/>
        <dsp:cNvSpPr/>
      </dsp:nvSpPr>
      <dsp:spPr>
        <a:xfrm>
          <a:off x="0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A31643-0170-4042-B2F0-D5D1208B7860}">
      <dsp:nvSpPr>
        <dsp:cNvPr id="0" name=""/>
        <dsp:cNvSpPr/>
      </dsp:nvSpPr>
      <dsp:spPr>
        <a:xfrm>
          <a:off x="338137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Amikor a felhasználó megváltoztatja a mennyiséget, egy JavaScript esemény elküldi az új értéket az update_cart.php-nak.</a:t>
          </a:r>
        </a:p>
      </dsp:txBody>
      <dsp:txXfrm>
        <a:off x="394737" y="1117886"/>
        <a:ext cx="2930037" cy="1819255"/>
      </dsp:txXfrm>
    </dsp:sp>
    <dsp:sp modelId="{EF955B2C-3B50-4A64-8B28-4D253863C264}">
      <dsp:nvSpPr>
        <dsp:cNvPr id="0" name=""/>
        <dsp:cNvSpPr/>
      </dsp:nvSpPr>
      <dsp:spPr>
        <a:xfrm>
          <a:off x="3719512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0E3B1E-9A9F-45EC-9AC1-55A65B76AC36}">
      <dsp:nvSpPr>
        <dsp:cNvPr id="0" name=""/>
        <dsp:cNvSpPr/>
      </dsp:nvSpPr>
      <dsp:spPr>
        <a:xfrm>
          <a:off x="4057650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PHP frissíti az adatbázist, és visszaküldi az új végösszeget JSON formátumban.</a:t>
          </a:r>
        </a:p>
      </dsp:txBody>
      <dsp:txXfrm>
        <a:off x="4114250" y="1117886"/>
        <a:ext cx="2930037" cy="1819255"/>
      </dsp:txXfrm>
    </dsp:sp>
    <dsp:sp modelId="{88963BEC-843B-4183-9856-2D5CAEFA5B0F}">
      <dsp:nvSpPr>
        <dsp:cNvPr id="0" name=""/>
        <dsp:cNvSpPr/>
      </dsp:nvSpPr>
      <dsp:spPr>
        <a:xfrm>
          <a:off x="7439025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8A2F8E-686A-42C1-9967-B19D7B973857}">
      <dsp:nvSpPr>
        <dsp:cNvPr id="0" name=""/>
        <dsp:cNvSpPr/>
      </dsp:nvSpPr>
      <dsp:spPr>
        <a:xfrm>
          <a:off x="7777162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JavaScript frissíti a sor összegét és a lap alján a teljes összeget.</a:t>
          </a:r>
        </a:p>
      </dsp:txBody>
      <dsp:txXfrm>
        <a:off x="7833762" y="1117886"/>
        <a:ext cx="2930037" cy="181925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BD255D-E492-475A-A282-29991D3692A1}">
      <dsp:nvSpPr>
        <dsp:cNvPr id="0" name=""/>
        <dsp:cNvSpPr/>
      </dsp:nvSpPr>
      <dsp:spPr>
        <a:xfrm>
          <a:off x="3364992" y="2177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 kosár oldalon betöltődik a PayPal SDK a Client ID-val.</a:t>
          </a:r>
        </a:p>
      </dsp:txBody>
      <dsp:txXfrm>
        <a:off x="3416125" y="53310"/>
        <a:ext cx="3683350" cy="945199"/>
      </dsp:txXfrm>
    </dsp:sp>
    <dsp:sp modelId="{3BA86A36-84FD-45FC-8C82-66A69A65B43F}">
      <dsp:nvSpPr>
        <dsp:cNvPr id="0" name=""/>
        <dsp:cNvSpPr/>
      </dsp:nvSpPr>
      <dsp:spPr>
        <a:xfrm>
          <a:off x="3364992" y="1102016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 "PayPal" gomb létrehoz egy rendelést a megadott összeggel.</a:t>
          </a:r>
        </a:p>
      </dsp:txBody>
      <dsp:txXfrm>
        <a:off x="3416125" y="1153149"/>
        <a:ext cx="3683350" cy="945199"/>
      </dsp:txXfrm>
    </dsp:sp>
    <dsp:sp modelId="{FA431BD1-E6BD-4C0C-9BA5-7B5F0EBB37F5}">
      <dsp:nvSpPr>
        <dsp:cNvPr id="0" name=""/>
        <dsp:cNvSpPr/>
      </dsp:nvSpPr>
      <dsp:spPr>
        <a:xfrm>
          <a:off x="3364992" y="2201855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 felhasználó a PayPal oldalán jelentkezik be és jóváhagyja a fizetést.</a:t>
          </a:r>
        </a:p>
      </dsp:txBody>
      <dsp:txXfrm>
        <a:off x="3416125" y="2252988"/>
        <a:ext cx="3683350" cy="945199"/>
      </dsp:txXfrm>
    </dsp:sp>
    <dsp:sp modelId="{10BBF187-AE88-4BAB-979C-5BE0E24471A5}">
      <dsp:nvSpPr>
        <dsp:cNvPr id="0" name=""/>
        <dsp:cNvSpPr/>
      </dsp:nvSpPr>
      <dsp:spPr>
        <a:xfrm>
          <a:off x="3364992" y="3301694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Sikeres fizetés után visszairányítás a payment_success.php oldalra.</a:t>
          </a:r>
        </a:p>
      </dsp:txBody>
      <dsp:txXfrm>
        <a:off x="3416125" y="3352827"/>
        <a:ext cx="3683350" cy="94519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D7334E-BA00-4193-8CB2-3E395D8B4357}">
      <dsp:nvSpPr>
        <dsp:cNvPr id="0" name=""/>
        <dsp:cNvSpPr/>
      </dsp:nvSpPr>
      <dsp:spPr>
        <a:xfrm>
          <a:off x="0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0DE2BE-A7C3-48BB-94A8-0E49B5BB4F31}">
      <dsp:nvSpPr>
        <dsp:cNvPr id="0" name=""/>
        <dsp:cNvSpPr/>
      </dsp:nvSpPr>
      <dsp:spPr>
        <a:xfrm>
          <a:off x="338137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Üzenet: "A fizetési folyamatot megszakítottad."</a:t>
          </a:r>
        </a:p>
      </dsp:txBody>
      <dsp:txXfrm>
        <a:off x="394737" y="1117886"/>
        <a:ext cx="2930037" cy="1819255"/>
      </dsp:txXfrm>
    </dsp:sp>
    <dsp:sp modelId="{F1EC04BA-0CCF-404E-9100-932EC80815F2}">
      <dsp:nvSpPr>
        <dsp:cNvPr id="0" name=""/>
        <dsp:cNvSpPr/>
      </dsp:nvSpPr>
      <dsp:spPr>
        <a:xfrm>
          <a:off x="3719512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23D9D4-AB56-4144-AD90-AEE413D6CA51}">
      <dsp:nvSpPr>
        <dsp:cNvPr id="0" name=""/>
        <dsp:cNvSpPr/>
      </dsp:nvSpPr>
      <dsp:spPr>
        <a:xfrm>
          <a:off x="4057650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Gomb: "Vissza a kosárhoz"</a:t>
          </a:r>
        </a:p>
      </dsp:txBody>
      <dsp:txXfrm>
        <a:off x="4114250" y="1117886"/>
        <a:ext cx="2930037" cy="1819255"/>
      </dsp:txXfrm>
    </dsp:sp>
    <dsp:sp modelId="{9E1637AE-5A2B-477C-B100-67DAB648C720}">
      <dsp:nvSpPr>
        <dsp:cNvPr id="0" name=""/>
        <dsp:cNvSpPr/>
      </dsp:nvSpPr>
      <dsp:spPr>
        <a:xfrm>
          <a:off x="7439025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1B5CE-528F-48EB-BE2F-EA7FDA74D80E}">
      <dsp:nvSpPr>
        <dsp:cNvPr id="0" name=""/>
        <dsp:cNvSpPr/>
      </dsp:nvSpPr>
      <dsp:spPr>
        <a:xfrm>
          <a:off x="7777162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 kosár tartalma nem változik, a felhasználó folytathatja a vásárlást.</a:t>
          </a:r>
        </a:p>
      </dsp:txBody>
      <dsp:txXfrm>
        <a:off x="7833762" y="1117886"/>
        <a:ext cx="2930037" cy="181925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B6F144-2A5D-4E42-908A-5EF5267BEECE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0813D6-D214-45D3-9BB5-DE2494D6EDB1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Táblázatos lista az összes termékről (ID, 3 kép, név, ár).</a:t>
          </a:r>
        </a:p>
      </dsp:txBody>
      <dsp:txXfrm>
        <a:off x="299702" y="1282093"/>
        <a:ext cx="2200851" cy="1366505"/>
      </dsp:txXfrm>
    </dsp:sp>
    <dsp:sp modelId="{F9CB28A1-866F-4A8B-90C1-5A3408F49DC8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53DDA-C7C4-493E-BBE2-BFF604BC9BDE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Gombok: Új cipő hozzáadása, szerkesztés (ceruza), törlés (kuka).</a:t>
          </a:r>
        </a:p>
      </dsp:txBody>
      <dsp:txXfrm>
        <a:off x="3093555" y="1282093"/>
        <a:ext cx="2200851" cy="1366505"/>
      </dsp:txXfrm>
    </dsp:sp>
    <dsp:sp modelId="{ADD4A698-777C-428D-91B3-16BB737BE66E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69FE9-0707-4967-8CBA-2BAAE1723B5B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Hozzáadás/szerkesztés modális ablakban történik, ahol a 3 kép URL-je megadható.</a:t>
          </a:r>
        </a:p>
      </dsp:txBody>
      <dsp:txXfrm>
        <a:off x="5887408" y="1282093"/>
        <a:ext cx="2200851" cy="1366505"/>
      </dsp:txXfrm>
    </dsp:sp>
    <dsp:sp modelId="{1D5E470C-1144-471F-A56A-25498C03CC02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1434DF-B6EF-46B4-A13C-26A29141C0DA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Sikeres művelet után üzenet jelenik meg.</a:t>
          </a:r>
        </a:p>
      </dsp:txBody>
      <dsp:txXfrm>
        <a:off x="8681261" y="1282093"/>
        <a:ext cx="2200851" cy="136650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EDC7CE-6580-479B-BA11-D3961841CEC9}">
      <dsp:nvSpPr>
        <dsp:cNvPr id="0" name=""/>
        <dsp:cNvSpPr/>
      </dsp:nvSpPr>
      <dsp:spPr>
        <a:xfrm>
          <a:off x="0" y="36390"/>
          <a:ext cx="6900512" cy="1759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Megjelenik</a:t>
          </a:r>
          <a:r>
            <a:rPr lang="en-US" sz="3200" kern="1200" dirty="0"/>
            <a:t> a </a:t>
          </a:r>
          <a:r>
            <a:rPr lang="en-US" sz="3200" kern="1200" dirty="0" err="1"/>
            <a:t>komment</a:t>
          </a:r>
          <a:r>
            <a:rPr lang="en-US" sz="3200" kern="1200" dirty="0"/>
            <a:t>, a </a:t>
          </a:r>
          <a:r>
            <a:rPr lang="en-US" sz="3200" kern="1200" dirty="0" err="1"/>
            <a:t>szerző</a:t>
          </a:r>
          <a:r>
            <a:rPr lang="en-US" sz="3200" kern="1200" dirty="0"/>
            <a:t> neve, a </a:t>
          </a:r>
          <a:r>
            <a:rPr lang="en-US" sz="3200" kern="1200" dirty="0" err="1"/>
            <a:t>termék</a:t>
          </a:r>
          <a:r>
            <a:rPr lang="en-US" sz="3200" kern="1200" dirty="0"/>
            <a:t>, </a:t>
          </a:r>
          <a:r>
            <a:rPr lang="en-US" sz="3200" kern="1200" dirty="0" err="1"/>
            <a:t>amelyhez</a:t>
          </a:r>
          <a:r>
            <a:rPr lang="en-US" sz="3200" kern="1200" dirty="0"/>
            <a:t> </a:t>
          </a:r>
          <a:r>
            <a:rPr lang="en-US" sz="3200" kern="1200" dirty="0" err="1"/>
            <a:t>tartozik</a:t>
          </a:r>
          <a:r>
            <a:rPr lang="en-US" sz="3200" kern="1200" dirty="0"/>
            <a:t>, </a:t>
          </a:r>
          <a:r>
            <a:rPr lang="en-US" sz="3200" kern="1200" dirty="0" err="1"/>
            <a:t>és</a:t>
          </a:r>
          <a:r>
            <a:rPr lang="en-US" sz="3200" kern="1200" dirty="0"/>
            <a:t> a </a:t>
          </a:r>
          <a:r>
            <a:rPr lang="en-US" sz="3200" kern="1200" dirty="0" err="1"/>
            <a:t>dátum</a:t>
          </a:r>
          <a:r>
            <a:rPr lang="en-US" sz="3200" kern="1200" dirty="0"/>
            <a:t>.</a:t>
          </a:r>
        </a:p>
      </dsp:txBody>
      <dsp:txXfrm>
        <a:off x="85900" y="122290"/>
        <a:ext cx="6728712" cy="1587880"/>
      </dsp:txXfrm>
    </dsp:sp>
    <dsp:sp modelId="{8A9CE746-09A0-49EF-981F-52462E04E30F}">
      <dsp:nvSpPr>
        <dsp:cNvPr id="0" name=""/>
        <dsp:cNvSpPr/>
      </dsp:nvSpPr>
      <dsp:spPr>
        <a:xfrm>
          <a:off x="0" y="1888230"/>
          <a:ext cx="6900512" cy="175968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Törlés</a:t>
          </a:r>
          <a:r>
            <a:rPr lang="en-US" sz="3200" kern="1200" dirty="0"/>
            <a:t> </a:t>
          </a:r>
          <a:r>
            <a:rPr lang="en-US" sz="3200" kern="1200" dirty="0" err="1"/>
            <a:t>gomb</a:t>
          </a:r>
          <a:r>
            <a:rPr lang="en-US" sz="3200" kern="1200" dirty="0"/>
            <a:t>: </a:t>
          </a:r>
          <a:r>
            <a:rPr lang="en-US" sz="3200" kern="1200" dirty="0" err="1"/>
            <a:t>eltávolítja</a:t>
          </a:r>
          <a:r>
            <a:rPr lang="en-US" sz="3200" kern="1200" dirty="0"/>
            <a:t> a </a:t>
          </a:r>
          <a:r>
            <a:rPr lang="en-US" sz="3200" kern="1200" dirty="0" err="1"/>
            <a:t>kommentet</a:t>
          </a:r>
          <a:r>
            <a:rPr lang="en-US" sz="3200" kern="1200" dirty="0"/>
            <a:t> </a:t>
          </a:r>
          <a:r>
            <a:rPr lang="en-US" sz="3200" kern="1200" dirty="0" err="1"/>
            <a:t>az</a:t>
          </a:r>
          <a:r>
            <a:rPr lang="en-US" sz="3200" kern="1200" dirty="0"/>
            <a:t> </a:t>
          </a:r>
          <a:r>
            <a:rPr lang="en-US" sz="3200" kern="1200" dirty="0" err="1"/>
            <a:t>adatbázisból</a:t>
          </a:r>
          <a:r>
            <a:rPr lang="en-US" sz="3200" kern="1200" dirty="0"/>
            <a:t>.</a:t>
          </a:r>
        </a:p>
      </dsp:txBody>
      <dsp:txXfrm>
        <a:off x="85900" y="1974130"/>
        <a:ext cx="6728712" cy="1587880"/>
      </dsp:txXfrm>
    </dsp:sp>
    <dsp:sp modelId="{604B38EE-04B1-45F8-B68A-55BE426AB2D3}">
      <dsp:nvSpPr>
        <dsp:cNvPr id="0" name=""/>
        <dsp:cNvSpPr/>
      </dsp:nvSpPr>
      <dsp:spPr>
        <a:xfrm>
          <a:off x="0" y="3740070"/>
          <a:ext cx="6900512" cy="17596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Hasznos </a:t>
          </a:r>
          <a:r>
            <a:rPr lang="en-US" sz="3200" kern="1200" dirty="0" err="1"/>
            <a:t>lehet</a:t>
          </a:r>
          <a:r>
            <a:rPr lang="en-US" sz="3200" kern="1200" dirty="0"/>
            <a:t> </a:t>
          </a:r>
          <a:r>
            <a:rPr lang="en-US" sz="3200" kern="1200" dirty="0" err="1"/>
            <a:t>nem</a:t>
          </a:r>
          <a:r>
            <a:rPr lang="en-US" sz="3200" kern="1200" dirty="0"/>
            <a:t> </a:t>
          </a:r>
          <a:r>
            <a:rPr lang="en-US" sz="3200" kern="1200" dirty="0" err="1"/>
            <a:t>megfelelő</a:t>
          </a:r>
          <a:r>
            <a:rPr lang="en-US" sz="3200" kern="1200" dirty="0"/>
            <a:t> </a:t>
          </a:r>
          <a:r>
            <a:rPr lang="en-US" sz="3200" kern="1200" dirty="0" err="1"/>
            <a:t>tartalom</a:t>
          </a:r>
          <a:r>
            <a:rPr lang="en-US" sz="3200" kern="1200" dirty="0"/>
            <a:t> </a:t>
          </a:r>
          <a:r>
            <a:rPr lang="en-US" sz="3200" kern="1200" dirty="0" err="1"/>
            <a:t>esetén</a:t>
          </a:r>
          <a:r>
            <a:rPr lang="en-US" sz="3200" kern="1200" dirty="0"/>
            <a:t>.</a:t>
          </a:r>
        </a:p>
      </dsp:txBody>
      <dsp:txXfrm>
        <a:off x="85900" y="3825970"/>
        <a:ext cx="6728712" cy="158788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3925C2-9063-4288-9916-BBA3E513355C}">
      <dsp:nvSpPr>
        <dsp:cNvPr id="0" name=""/>
        <dsp:cNvSpPr/>
      </dsp:nvSpPr>
      <dsp:spPr>
        <a:xfrm>
          <a:off x="0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6DD81E-E9AE-4AFD-BDCB-713D18A9C86D}">
      <dsp:nvSpPr>
        <dsp:cNvPr id="0" name=""/>
        <dsp:cNvSpPr/>
      </dsp:nvSpPr>
      <dsp:spPr>
        <a:xfrm>
          <a:off x="338137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Táblázat: rendelés ID, felhasználó, összeg, fizetési azonosító, státusz, dátum.</a:t>
          </a:r>
        </a:p>
      </dsp:txBody>
      <dsp:txXfrm>
        <a:off x="394737" y="1117886"/>
        <a:ext cx="2930037" cy="1819255"/>
      </dsp:txXfrm>
    </dsp:sp>
    <dsp:sp modelId="{0CDA2212-61AA-41A5-AA1C-147C8AE21510}">
      <dsp:nvSpPr>
        <dsp:cNvPr id="0" name=""/>
        <dsp:cNvSpPr/>
      </dsp:nvSpPr>
      <dsp:spPr>
        <a:xfrm>
          <a:off x="3719512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8B0A2-341C-4A00-BE89-C8494477A996}">
      <dsp:nvSpPr>
        <dsp:cNvPr id="0" name=""/>
        <dsp:cNvSpPr/>
      </dsp:nvSpPr>
      <dsp:spPr>
        <a:xfrm>
          <a:off x="4057650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"Tételek" gomb: megnyit egy modális ablakot, ahol látszik, mely termékekből, milyen méretben, mennyit rendeltek.</a:t>
          </a:r>
        </a:p>
      </dsp:txBody>
      <dsp:txXfrm>
        <a:off x="4114250" y="1117886"/>
        <a:ext cx="2930037" cy="1819255"/>
      </dsp:txXfrm>
    </dsp:sp>
    <dsp:sp modelId="{1D3C8471-6329-4ACB-A471-EA4CAF0FBA56}">
      <dsp:nvSpPr>
        <dsp:cNvPr id="0" name=""/>
        <dsp:cNvSpPr/>
      </dsp:nvSpPr>
      <dsp:spPr>
        <a:xfrm>
          <a:off x="7439025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72C9EA-83F9-4B7D-A8B9-218C7DB90B5A}">
      <dsp:nvSpPr>
        <dsp:cNvPr id="0" name=""/>
        <dsp:cNvSpPr/>
      </dsp:nvSpPr>
      <dsp:spPr>
        <a:xfrm>
          <a:off x="7777162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Az árak a rendeléskori árak (order_items tárolja).</a:t>
          </a:r>
        </a:p>
      </dsp:txBody>
      <dsp:txXfrm>
        <a:off x="7833762" y="1117886"/>
        <a:ext cx="2930037" cy="181925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79E138-E241-4D63-AB5D-70BE915019E1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SQL injection ellen: Prepared statementek (PDO) használata minden lekérdezésnél.</a:t>
          </a:r>
        </a:p>
      </dsp:txBody>
      <dsp:txXfrm>
        <a:off x="0" y="39687"/>
        <a:ext cx="3286125" cy="1971675"/>
      </dsp:txXfrm>
    </dsp:sp>
    <dsp:sp modelId="{3E6A2456-92D1-4D88-BD0F-E68C18F15492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Jelszavak: password_hash() és password_verify() – soha nem tárolunk plain text jelszót.</a:t>
          </a:r>
        </a:p>
      </dsp:txBody>
      <dsp:txXfrm>
        <a:off x="3614737" y="39687"/>
        <a:ext cx="3286125" cy="1971675"/>
      </dsp:txXfrm>
    </dsp:sp>
    <dsp:sp modelId="{0398DCA6-BDB9-4982-9A61-ECCC898F0AB1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XSS ellen: Minden felhasználói bemenet megjelenítése előtt htmlspecialchars().</a:t>
          </a:r>
        </a:p>
      </dsp:txBody>
      <dsp:txXfrm>
        <a:off x="7229475" y="39687"/>
        <a:ext cx="3286125" cy="1971675"/>
      </dsp:txXfrm>
    </dsp:sp>
    <dsp:sp modelId="{CF571F38-E83C-4667-9B68-CB6410EE4AD4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Munkamenet: session indítása, a felhasználó azonosítójának tárolása.</a:t>
          </a:r>
        </a:p>
      </dsp:txBody>
      <dsp:txXfrm>
        <a:off x="1807368" y="2339975"/>
        <a:ext cx="3286125" cy="1971675"/>
      </dsp:txXfrm>
    </dsp:sp>
    <dsp:sp modelId="{202FA45C-13F6-4A13-B2F1-6688663C9033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Jogosultság: isAdmin() ellenőrzés a védett oldalakon.</a:t>
          </a:r>
        </a:p>
      </dsp:txBody>
      <dsp:txXfrm>
        <a:off x="5422106" y="2339975"/>
        <a:ext cx="3286125" cy="197167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1C8C62-1A54-4598-8978-F13D89D6F07E}">
      <dsp:nvSpPr>
        <dsp:cNvPr id="0" name=""/>
        <dsp:cNvSpPr/>
      </dsp:nvSpPr>
      <dsp:spPr>
        <a:xfrm>
          <a:off x="0" y="257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200" kern="1200"/>
            <a:t>Elfelejtett jelszó funkció (email küldéssel).</a:t>
          </a:r>
          <a:endParaRPr lang="en-US" sz="3200" kern="1200"/>
        </a:p>
      </dsp:txBody>
      <dsp:txXfrm>
        <a:off x="38381" y="64129"/>
        <a:ext cx="10438838" cy="709478"/>
      </dsp:txXfrm>
    </dsp:sp>
    <dsp:sp modelId="{33B6A900-FB04-4632-A6F5-86F774317894}">
      <dsp:nvSpPr>
        <dsp:cNvPr id="0" name=""/>
        <dsp:cNvSpPr/>
      </dsp:nvSpPr>
      <dsp:spPr>
        <a:xfrm>
          <a:off x="0" y="9041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200" kern="1200"/>
            <a:t>Rendelés státuszának módosítása az admin felületen.</a:t>
          </a:r>
          <a:endParaRPr lang="en-US" sz="3200" kern="1200"/>
        </a:p>
      </dsp:txBody>
      <dsp:txXfrm>
        <a:off x="38381" y="942529"/>
        <a:ext cx="10438838" cy="709478"/>
      </dsp:txXfrm>
    </dsp:sp>
    <dsp:sp modelId="{D92BA998-66B4-4772-9420-5A4191F7205F}">
      <dsp:nvSpPr>
        <dsp:cNvPr id="0" name=""/>
        <dsp:cNvSpPr/>
      </dsp:nvSpPr>
      <dsp:spPr>
        <a:xfrm>
          <a:off x="0" y="17825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200" kern="1200"/>
            <a:t>Éles PayPal fiókra váltás.</a:t>
          </a:r>
          <a:endParaRPr lang="en-US" sz="3200" kern="1200"/>
        </a:p>
      </dsp:txBody>
      <dsp:txXfrm>
        <a:off x="38381" y="1820930"/>
        <a:ext cx="10438838" cy="709478"/>
      </dsp:txXfrm>
    </dsp:sp>
    <dsp:sp modelId="{EDF00CB8-2CC7-4C0A-8806-1F0A9E68AAFA}">
      <dsp:nvSpPr>
        <dsp:cNvPr id="0" name=""/>
        <dsp:cNvSpPr/>
      </dsp:nvSpPr>
      <dsp:spPr>
        <a:xfrm>
          <a:off x="0" y="26609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200" kern="1200"/>
            <a:t>Többnyelvű támogatás.</a:t>
          </a:r>
          <a:endParaRPr lang="en-US" sz="3200" kern="1200"/>
        </a:p>
      </dsp:txBody>
      <dsp:txXfrm>
        <a:off x="38381" y="2699330"/>
        <a:ext cx="10438838" cy="709478"/>
      </dsp:txXfrm>
    </dsp:sp>
    <dsp:sp modelId="{E3B2B7EC-41DC-4C50-A716-102481405165}">
      <dsp:nvSpPr>
        <dsp:cNvPr id="0" name=""/>
        <dsp:cNvSpPr/>
      </dsp:nvSpPr>
      <dsp:spPr>
        <a:xfrm>
          <a:off x="0" y="35393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200" kern="1200"/>
            <a:t>Felhasználói profil szerkesztése.</a:t>
          </a:r>
          <a:endParaRPr lang="en-US" sz="3200" kern="1200"/>
        </a:p>
      </dsp:txBody>
      <dsp:txXfrm>
        <a:off x="38381" y="3577730"/>
        <a:ext cx="10438838" cy="70947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BF8F79-91CE-465B-AAE0-4FFA684F8E16}">
      <dsp:nvSpPr>
        <dsp:cNvPr id="0" name=""/>
        <dsp:cNvSpPr/>
      </dsp:nvSpPr>
      <dsp:spPr>
        <a:xfrm>
          <a:off x="0" y="72008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Teljes funkcionalitású webáruház natív PHP-ban.</a:t>
          </a:r>
        </a:p>
      </dsp:txBody>
      <dsp:txXfrm>
        <a:off x="31185" y="103193"/>
        <a:ext cx="10453230" cy="576450"/>
      </dsp:txXfrm>
    </dsp:sp>
    <dsp:sp modelId="{C5D47D68-8846-4A88-93DE-0E33E83B57A9}">
      <dsp:nvSpPr>
        <dsp:cNvPr id="0" name=""/>
        <dsp:cNvSpPr/>
      </dsp:nvSpPr>
      <dsp:spPr>
        <a:xfrm>
          <a:off x="0" y="7857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Felhasználóbarát, reszponzív felület.</a:t>
          </a:r>
        </a:p>
      </dsp:txBody>
      <dsp:txXfrm>
        <a:off x="31185" y="816894"/>
        <a:ext cx="10453230" cy="576450"/>
      </dsp:txXfrm>
    </dsp:sp>
    <dsp:sp modelId="{011081B7-69DB-44CD-84CB-57C38D177B2A}">
      <dsp:nvSpPr>
        <dsp:cNvPr id="0" name=""/>
        <dsp:cNvSpPr/>
      </dsp:nvSpPr>
      <dsp:spPr>
        <a:xfrm>
          <a:off x="0" y="14994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Biztonságos adatkezelés (hash, prepared statements).</a:t>
          </a:r>
        </a:p>
      </dsp:txBody>
      <dsp:txXfrm>
        <a:off x="31185" y="1530594"/>
        <a:ext cx="10453230" cy="576450"/>
      </dsp:txXfrm>
    </dsp:sp>
    <dsp:sp modelId="{B8DEBE27-F7B0-4F76-B551-FE59C8DF1A48}">
      <dsp:nvSpPr>
        <dsp:cNvPr id="0" name=""/>
        <dsp:cNvSpPr/>
      </dsp:nvSpPr>
      <dsp:spPr>
        <a:xfrm>
          <a:off x="0" y="22131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PayPal fizetési integráció (sandbox).</a:t>
          </a:r>
        </a:p>
      </dsp:txBody>
      <dsp:txXfrm>
        <a:off x="31185" y="2244294"/>
        <a:ext cx="10453230" cy="576450"/>
      </dsp:txXfrm>
    </dsp:sp>
    <dsp:sp modelId="{8C59BAB6-5609-491E-B984-20C661CFA3B9}">
      <dsp:nvSpPr>
        <dsp:cNvPr id="0" name=""/>
        <dsp:cNvSpPr/>
      </dsp:nvSpPr>
      <dsp:spPr>
        <a:xfrm>
          <a:off x="0" y="29268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Admin felület a teljes körű tartalomkezeléshez.</a:t>
          </a:r>
        </a:p>
      </dsp:txBody>
      <dsp:txXfrm>
        <a:off x="31185" y="2957994"/>
        <a:ext cx="10453230" cy="576450"/>
      </dsp:txXfrm>
    </dsp:sp>
    <dsp:sp modelId="{BF1C78F5-07B3-4F6B-A667-BF3B52CDC9B9}">
      <dsp:nvSpPr>
        <dsp:cNvPr id="0" name=""/>
        <dsp:cNvSpPr/>
      </dsp:nvSpPr>
      <dsp:spPr>
        <a:xfrm>
          <a:off x="0" y="36405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 projekt kiváló alap a továbbfejlesztéshez.</a:t>
          </a:r>
        </a:p>
      </dsp:txBody>
      <dsp:txXfrm>
        <a:off x="31185" y="3671694"/>
        <a:ext cx="10453230" cy="576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7400" b="1">
                <a:solidFill>
                  <a:srgbClr val="FFFFFF"/>
                </a:solidFill>
                <a:ea typeface="+mj-lt"/>
                <a:cs typeface="+mj-lt"/>
              </a:rPr>
              <a:t>Cípőbazár Webáruház – Projektbemutató</a:t>
            </a:r>
            <a:endParaRPr lang="en-US" sz="7400" b="1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ea typeface="+mn-lt"/>
                <a:cs typeface="+mn-lt"/>
              </a:rPr>
              <a:t>Előadó: Illés Levente, Demeter Roland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ADD5EB-5377-488B-00B4-1B09416CF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  <a:ea typeface="+mj-lt"/>
                <a:cs typeface="+mj-lt"/>
              </a:rPr>
              <a:t>Áttekintés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01F1E-CF8B-EDC9-09EA-33D3229C4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1900"/>
          </a:p>
          <a:p>
            <a:r>
              <a:rPr lang="en-US" sz="1900">
                <a:ea typeface="+mn-lt"/>
                <a:cs typeface="+mn-lt"/>
              </a:rPr>
              <a:t>Projekt célja és motiváció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Alkalmazott technológiák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Rendszerarchitektúra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Adatbázis terv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Funkciók bemutatása (felhasználói oldal)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Adminisztrációs felület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Biztonsági megoldások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Tesztelés és eredmények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Jövőbeli tervek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690734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D72BC1-88C5-BE7F-E40E-42E50A05A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ea typeface="+mj-lt"/>
                <a:cs typeface="+mj-lt"/>
              </a:rPr>
              <a:t>Projekt célja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22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6BE3C8-7B68-85CE-7426-5EC18CEA5A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7876447"/>
              </p:ext>
            </p:extLst>
          </p:nvPr>
        </p:nvGraphicFramePr>
        <p:xfrm>
          <a:off x="838200" y="2211233"/>
          <a:ext cx="10515600" cy="3965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9277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F05698-297B-0A90-A42C-5349732B7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600">
                <a:solidFill>
                  <a:srgbClr val="FFFFFF"/>
                </a:solidFill>
                <a:ea typeface="+mj-lt"/>
                <a:cs typeface="+mj-lt"/>
              </a:rPr>
              <a:t>Alkalmazott technológiák</a:t>
            </a:r>
            <a:endParaRPr lang="en-US" sz="56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3D5A7-17D6-822C-8C08-F9B9EBC24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Frontend: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HTML5, CSS3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Bootstrap 5 (reszponzív design)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JavaScript (AJAX, dinamikus frissítés)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Font Awesome ikonkészlet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Backend: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PHP 8.1 (natív, OOP és procedurális elemekkel)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MySQL adatbázis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Szerver: Apache (XAMPP fejlesztői környezetben)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Fizetés: PayPal REST API (Sandbox mód)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Eszközök: VS Code, phpMyAdmin, Git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696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933DED-CE41-EBBF-BA60-195636845B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611" r="5054" b="244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08777B-D710-60B8-7991-9D8F16FD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>
                <a:ea typeface="+mj-lt"/>
                <a:cs typeface="+mj-lt"/>
              </a:rPr>
              <a:t>Rendszerarchitektúra</a:t>
            </a:r>
            <a:endParaRPr lang="en-US" dirty="0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D0365C-3CE7-56C8-8FD0-6430DCF2E4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813754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7834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1E1CFE-1C04-31AA-5657-528958839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Fejlesztői környezet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0E33FD-EEF4-49BA-1942-E92538F71D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617489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3820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23A8-D9D1-E143-A514-2D693E084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Adatbázis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kapcsolatok</a:t>
            </a:r>
            <a:endParaRPr lang="en-US" dirty="0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300CA4-D249-01A9-E879-B13754C5246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356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0EB95-0047-93FC-2705-EC5110062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Felhasználók és termékek</a:t>
            </a:r>
            <a:endParaRPr lang="en-US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8F8BFC-C3E9-5E0F-ED65-1FA7828F50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065310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4192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6E391-51CF-21E7-3C51-56DA38DFE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  <a:ea typeface="+mj-lt"/>
                <a:cs typeface="+mj-lt"/>
              </a:rPr>
              <a:t>Kosár, rendelések, kommentek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76F67-F590-9B7A-FAD7-470CE381F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cart – id, user_id, shoe_id, size, quantity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orders – id, user_id, total_amount, payment_id, status, created_at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order_items – id, order_id, shoe_id, size, quantity, price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comments – id, shoe_id, name, comment, created_at</a:t>
            </a:r>
          </a:p>
          <a:p>
            <a:endParaRPr lang="en-US" sz="200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Az order_items-ben a price az aktuális egységár, mert a termék ára később változhat.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15370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AC531-0FC5-EACD-00B3-2E2E0F5FC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Kezdőoldal</a:t>
            </a:r>
            <a:r>
              <a:rPr lang="en-US" dirty="0">
                <a:ea typeface="+mj-lt"/>
                <a:cs typeface="+mj-lt"/>
              </a:rPr>
              <a:t> (</a:t>
            </a:r>
            <a:r>
              <a:rPr lang="en-US" dirty="0" err="1">
                <a:ea typeface="+mj-lt"/>
                <a:cs typeface="+mj-lt"/>
              </a:rPr>
              <a:t>index.php</a:t>
            </a:r>
            <a:r>
              <a:rPr lang="en-US" dirty="0">
                <a:ea typeface="+mj-lt"/>
                <a:cs typeface="+mj-lt"/>
              </a:rPr>
              <a:t>)</a:t>
            </a:r>
            <a:endParaRPr lang="en-US" dirty="0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832145DE-2B77-F721-E1C8-EB32FFCDABC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8598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E2FA60-378E-2E5B-C418-7CB7AEBCF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Termék részletek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7A814-F065-4396-9C71-ED6831080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Több kép megjelenítése carouselben (ha van).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Termék név, leírás, ár.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Méretválasztó legördülő menü (35–45).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"Kosárba" gomb (csak bejelentkezve).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"Vissza" gomb, ami az előző oldalra navigál.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Alul a kommentszekció.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37335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E5E1489-FF00-20B5-C941-4BA2F32DB68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092" t="4760" r="-7" b="1862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1F8B4-8231-6910-0098-1C03E664A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>
                <a:ea typeface="+mj-lt"/>
                <a:cs typeface="+mj-lt"/>
              </a:rPr>
              <a:t>Termékkeresés</a:t>
            </a:r>
            <a:endParaRPr lang="en-US" dirty="0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6B3A92-5414-0FA9-03A7-A4BAAACC44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059576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08069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562797-9F0A-713E-99CD-EB7351DE5D7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7928" r="-2" b="1521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236D0-46CC-DF80-9143-B732E9397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>
                <a:ea typeface="+mj-lt"/>
                <a:cs typeface="+mj-lt"/>
              </a:rPr>
              <a:t>Vélemények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írása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FCA939-B1DB-3792-00F2-8670FF63A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821214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01800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A24BD3F-3DBB-A71F-D454-03AA9764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1090274" cy="1325563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Kosár funkciók</a:t>
            </a:r>
            <a:endParaRPr lang="en-US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66E480-2868-3399-F97F-653F9A79DF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0454422"/>
              </p:ext>
            </p:extLst>
          </p:nvPr>
        </p:nvGraphicFramePr>
        <p:xfrm>
          <a:off x="547688" y="2133600"/>
          <a:ext cx="11093450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9632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0D67C8-7B69-5B69-280B-523D6B63A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Kosár oldal – cart.php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092C8E-BEBD-9908-F536-560AF7C8F9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37094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4298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71E2D1-A997-AF6C-35D7-76CEDA216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Dinamikus kosárkezelés (AJAX)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BD7271-6EFF-51C9-2BFD-7082C52455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7813539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4170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33C9253-AD73-5FBE-1E2C-BE1EBD2B0E8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6282" r="9085" b="4257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595934-7177-8F73-663A-5DD231D8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PayPal </a:t>
            </a:r>
            <a:r>
              <a:rPr lang="en-US" dirty="0" err="1">
                <a:ea typeface="+mj-lt"/>
                <a:cs typeface="+mj-lt"/>
              </a:rPr>
              <a:t>integráció</a:t>
            </a:r>
            <a:endParaRPr lang="en-US" dirty="0" err="1"/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ECA1B069-A903-FDDF-71C8-B345A420AD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150269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4791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7C59A-C7D9-7F5C-7FF1-9EC9CF376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  <a:ea typeface="+mj-lt"/>
                <a:cs typeface="+mj-lt"/>
              </a:rPr>
              <a:t>Rendelés visszaigazolása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165CA-A506-160E-FDC7-C021A8261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A rendszer lekéri a session-ben tárolt kosár adatokat.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Tranzakcióban beszúrja a rendelést az orders és order_items táblákba.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Kitörli a felhasználó kosarát.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Megjeleníti a visszaigazolást: rendelésszám, fizetési azonosító, összeg.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Ha hiba történik, hibaüzenet jelenik meg, de a fizetés már megtörtént, ezért admin beavatkozás szükséges.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19934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FC70E9-30CB-C7C1-CBC8-4CC9BFB2A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Fizetés megszakítása</a:t>
            </a:r>
            <a:endParaRPr lang="en-US" sz="400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C5F2D0BB-6468-E18A-3A2D-C46A157312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5958682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6048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D256C0-9671-3BEE-2EC3-6B3931296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Admin felület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25BF2-720D-8F0A-D2AD-62A0EF919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Elérhető funkciók: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Cipők kezelése (hozzáadás, szerkesztés, törlés)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Felhasználók kezelése (listázás, törlés – saját magát nem lehet)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Kommentek moderálása (törlés)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Rendelések megtekintése (részletekkel)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Csak adminisztrátorok férhetnek hozzá (isAdmin() ellenőrzés).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397326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390BB-C12D-A532-44D5-D11C520A6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Admin – Cipők kezelése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21A8FD-4D25-7B79-54F9-7D9A16603E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395570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5116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2B70F-ED56-BE54-26DB-72EA726F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000">
                <a:ea typeface="+mj-lt"/>
                <a:cs typeface="+mj-lt"/>
              </a:rPr>
              <a:t>Admin – Kommentek moderálása</a:t>
            </a:r>
            <a:endParaRPr lang="en-US" sz="5000"/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0CFC70-0CE6-00F5-7FE9-95D1767681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858121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850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CC331A-BD77-DC37-0B08-587F36AF8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Admin – Rendelések megtekintése</a:t>
            </a:r>
            <a:endParaRPr lang="en-US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668F5C-1B9F-B6EA-D2E4-35A77F09BC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8853331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3792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D7EEB6-4277-5D30-55CF-6B7BBED69AE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085" b="2338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C0025-8338-A050-A4EA-9C592E96E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>
                <a:ea typeface="+mj-lt"/>
                <a:cs typeface="+mj-lt"/>
              </a:rPr>
              <a:t>Biztonsági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megoldások</a:t>
            </a:r>
            <a:endParaRPr lang="en-US" dirty="0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0DB331-9B52-8EEF-4D0B-6355479904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4462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69562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14204-6D96-C08D-48EA-A6ECC65DC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 err="1">
                <a:ea typeface="+mj-lt"/>
                <a:cs typeface="+mj-lt"/>
              </a:rPr>
              <a:t>Tesztelési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eredmények</a:t>
            </a:r>
            <a:endParaRPr lang="en-US" dirty="0" err="1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6D4A0-500F-8272-2341-5D44D712D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err="1">
                <a:ea typeface="+mn-lt"/>
                <a:cs typeface="+mn-lt"/>
              </a:rPr>
              <a:t>Manuális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tesztek</a:t>
            </a:r>
            <a:r>
              <a:rPr lang="en-US" sz="1800">
                <a:ea typeface="+mn-lt"/>
                <a:cs typeface="+mn-lt"/>
              </a:rPr>
              <a:t>: 30+ </a:t>
            </a:r>
            <a:r>
              <a:rPr lang="en-US" sz="1800" err="1">
                <a:ea typeface="+mn-lt"/>
                <a:cs typeface="+mn-lt"/>
              </a:rPr>
              <a:t>teszteset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lefedve</a:t>
            </a:r>
            <a:r>
              <a:rPr lang="en-US" sz="1800">
                <a:ea typeface="+mn-lt"/>
                <a:cs typeface="+mn-lt"/>
              </a:rPr>
              <a:t> (</a:t>
            </a:r>
            <a:r>
              <a:rPr lang="en-US" sz="1800" err="1">
                <a:ea typeface="+mn-lt"/>
                <a:cs typeface="+mn-lt"/>
              </a:rPr>
              <a:t>regisztráció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bejelentkezés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kosár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fizetés</a:t>
            </a:r>
            <a:r>
              <a:rPr lang="en-US" sz="1800">
                <a:ea typeface="+mn-lt"/>
                <a:cs typeface="+mn-lt"/>
              </a:rPr>
              <a:t>, admin).</a:t>
            </a:r>
            <a:endParaRPr lang="en-US" sz="1800"/>
          </a:p>
          <a:p>
            <a:endParaRPr lang="en-US" sz="1800"/>
          </a:p>
          <a:p>
            <a:r>
              <a:rPr lang="en-US" sz="1800" err="1">
                <a:ea typeface="+mn-lt"/>
                <a:cs typeface="+mn-lt"/>
              </a:rPr>
              <a:t>Böngésző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kompatibilitás</a:t>
            </a:r>
            <a:r>
              <a:rPr lang="en-US" sz="1800">
                <a:ea typeface="+mn-lt"/>
                <a:cs typeface="+mn-lt"/>
              </a:rPr>
              <a:t>: Chrome, Firefox, Edge – </a:t>
            </a:r>
            <a:r>
              <a:rPr lang="en-US" sz="1800" err="1">
                <a:ea typeface="+mn-lt"/>
                <a:cs typeface="+mn-lt"/>
              </a:rPr>
              <a:t>minden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funkció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működik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/>
          </a:p>
          <a:p>
            <a:endParaRPr lang="en-US" sz="1800"/>
          </a:p>
          <a:p>
            <a:r>
              <a:rPr lang="en-US" sz="1800" err="1">
                <a:ea typeface="+mn-lt"/>
                <a:cs typeface="+mn-lt"/>
              </a:rPr>
              <a:t>Negatív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tesztek</a:t>
            </a:r>
            <a:r>
              <a:rPr lang="en-US" sz="1800">
                <a:ea typeface="+mn-lt"/>
                <a:cs typeface="+mn-lt"/>
              </a:rPr>
              <a:t>: </a:t>
            </a:r>
            <a:r>
              <a:rPr lang="en-US" sz="1800" err="1">
                <a:ea typeface="+mn-lt"/>
                <a:cs typeface="+mn-lt"/>
              </a:rPr>
              <a:t>Hibás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adatok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hiányzó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mezők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duplikációk</a:t>
            </a:r>
            <a:r>
              <a:rPr lang="en-US" sz="1800">
                <a:ea typeface="+mn-lt"/>
                <a:cs typeface="+mn-lt"/>
              </a:rPr>
              <a:t> – </a:t>
            </a:r>
            <a:r>
              <a:rPr lang="en-US" sz="1800" err="1">
                <a:ea typeface="+mn-lt"/>
                <a:cs typeface="+mn-lt"/>
              </a:rPr>
              <a:t>megfelelő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hibaüzenetek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/>
          </a:p>
          <a:p>
            <a:endParaRPr lang="en-US" sz="1800"/>
          </a:p>
          <a:p>
            <a:r>
              <a:rPr lang="en-US" sz="1800" err="1">
                <a:ea typeface="+mn-lt"/>
                <a:cs typeface="+mn-lt"/>
              </a:rPr>
              <a:t>Fizetés</a:t>
            </a:r>
            <a:r>
              <a:rPr lang="en-US" sz="1800">
                <a:ea typeface="+mn-lt"/>
                <a:cs typeface="+mn-lt"/>
              </a:rPr>
              <a:t>: PayPal </a:t>
            </a:r>
            <a:r>
              <a:rPr lang="en-US" sz="1800" err="1">
                <a:ea typeface="+mn-lt"/>
                <a:cs typeface="+mn-lt"/>
              </a:rPr>
              <a:t>Sandboxban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tesztelve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sikeres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tranzakciók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/>
          </a:p>
          <a:p>
            <a:endParaRPr lang="en-US" sz="1800"/>
          </a:p>
          <a:p>
            <a:r>
              <a:rPr lang="en-US" sz="1800">
                <a:ea typeface="+mn-lt"/>
                <a:cs typeface="+mn-lt"/>
              </a:rPr>
              <a:t>Ismert </a:t>
            </a:r>
            <a:r>
              <a:rPr lang="en-US" sz="1800" err="1">
                <a:ea typeface="+mn-lt"/>
                <a:cs typeface="+mn-lt"/>
              </a:rPr>
              <a:t>hibák</a:t>
            </a:r>
            <a:r>
              <a:rPr lang="en-US" sz="1800">
                <a:ea typeface="+mn-lt"/>
                <a:cs typeface="+mn-lt"/>
              </a:rPr>
              <a:t>: </a:t>
            </a:r>
            <a:r>
              <a:rPr lang="en-US" sz="1800" err="1">
                <a:ea typeface="+mn-lt"/>
                <a:cs typeface="+mn-lt"/>
              </a:rPr>
              <a:t>Két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apró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hiba</a:t>
            </a:r>
            <a:r>
              <a:rPr lang="en-US" sz="1800">
                <a:ea typeface="+mn-lt"/>
                <a:cs typeface="+mn-lt"/>
              </a:rPr>
              <a:t> (</a:t>
            </a:r>
            <a:r>
              <a:rPr lang="en-US" sz="1800" err="1">
                <a:ea typeface="+mn-lt"/>
                <a:cs typeface="+mn-lt"/>
              </a:rPr>
              <a:t>lásd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következő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dia</a:t>
            </a:r>
            <a:r>
              <a:rPr lang="en-US" sz="1800">
                <a:ea typeface="+mn-lt"/>
                <a:cs typeface="+mn-lt"/>
              </a:rPr>
              <a:t>).</a:t>
            </a:r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004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478C5-C25E-7ACA-2CE8-4027E990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Jövőbeli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tervek</a:t>
            </a:r>
            <a:endParaRPr lang="en-US" dirty="0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EE8339-3143-D985-0226-8E7E4D55615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6082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90A96-0ADA-96D2-4A01-C496194AA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Összegzés</a:t>
            </a:r>
            <a:endParaRPr lang="en-US" dirty="0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9D398B-18D6-4336-18E0-7CC07845725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9194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53286-9FD9-BCE1-CA08-E7C780FC0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Köszönöm a figyelmet!</a:t>
            </a:r>
            <a:endParaRPr lang="en-US" sz="8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433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Cípőbazár Webáruház – Projektbemutató</vt:lpstr>
      <vt:lpstr>Áttekintés</vt:lpstr>
      <vt:lpstr>Projekt célja</vt:lpstr>
      <vt:lpstr>Alkalmazott technológiák</vt:lpstr>
      <vt:lpstr>Rendszerarchitektúra</vt:lpstr>
      <vt:lpstr>Fejlesztői környezet</vt:lpstr>
      <vt:lpstr>Adatbázis kapcsolatok</vt:lpstr>
      <vt:lpstr>Felhasználók és termékek</vt:lpstr>
      <vt:lpstr>Kosár, rendelések, kommentek</vt:lpstr>
      <vt:lpstr>Kezdőoldal (index.php)</vt:lpstr>
      <vt:lpstr>Termék részletek</vt:lpstr>
      <vt:lpstr>Termékkeresés</vt:lpstr>
      <vt:lpstr>Vélemények írása</vt:lpstr>
      <vt:lpstr>Kosár funkciók</vt:lpstr>
      <vt:lpstr>Kosár oldal – cart.php</vt:lpstr>
      <vt:lpstr>Dinamikus kosárkezelés (AJAX)</vt:lpstr>
      <vt:lpstr>PayPal integráció</vt:lpstr>
      <vt:lpstr>Rendelés visszaigazolása</vt:lpstr>
      <vt:lpstr>Fizetés megszakítása</vt:lpstr>
      <vt:lpstr>Admin felület</vt:lpstr>
      <vt:lpstr>Admin – Cipők kezelése</vt:lpstr>
      <vt:lpstr>Admin – Kommentek moderálása</vt:lpstr>
      <vt:lpstr>Admin – Rendelések megtekintése</vt:lpstr>
      <vt:lpstr>Biztonsági megoldások</vt:lpstr>
      <vt:lpstr>Tesztelési eredmények</vt:lpstr>
      <vt:lpstr>Jövőbeli tervek</vt:lpstr>
      <vt:lpstr>Összegzés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172</cp:revision>
  <dcterms:created xsi:type="dcterms:W3CDTF">2026-03-03T20:22:56Z</dcterms:created>
  <dcterms:modified xsi:type="dcterms:W3CDTF">2026-03-03T22:11:59Z</dcterms:modified>
</cp:coreProperties>
</file>